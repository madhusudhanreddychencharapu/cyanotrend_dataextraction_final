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14b292d6e14f4c" /><Relationship Type="http://schemas.openxmlformats.org/officeDocument/2006/relationships/extended-properties" Target="/docProps/app.xml" Id="Rca3eb1a02a0641eb" /><Relationship Type="http://schemas.openxmlformats.org/officeDocument/2006/relationships/officeDocument" Target="/ppt/presentation.xml" Id="R5b26ae1451314e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7683b5a62b472a"/>
  </p:sldMasterIdLst>
  <p:notesMasterIdLst>
    <p:notesMasterId xmlns:r="http://schemas.openxmlformats.org/officeDocument/2006/relationships" r:id="Rf560b3c959a04421"/>
  </p:notesMasterIdLst>
  <p:sldIdLst>
    <p:sldId xmlns:r="http://schemas.openxmlformats.org/officeDocument/2006/relationships" id="256" r:id="R5252ce18459f46f0"/>
    <p:sldId xmlns:r="http://schemas.openxmlformats.org/officeDocument/2006/relationships" id="257" r:id="R4d71b2608356405d"/>
    <p:sldId xmlns:r="http://schemas.openxmlformats.org/officeDocument/2006/relationships" id="258" r:id="Ra0b89d8e43b84532"/>
    <p:sldId xmlns:r="http://schemas.openxmlformats.org/officeDocument/2006/relationships" id="259" r:id="Rff2327c332754b01"/>
    <p:sldId xmlns:r="http://schemas.openxmlformats.org/officeDocument/2006/relationships" id="260" r:id="Ra4a01d517c6b4929"/>
    <p:sldId xmlns:r="http://schemas.openxmlformats.org/officeDocument/2006/relationships" id="261" r:id="R268a61a195a5412f"/>
    <p:sldId xmlns:r="http://schemas.openxmlformats.org/officeDocument/2006/relationships" id="262" r:id="R12e37559af7f4679"/>
    <p:sldId xmlns:r="http://schemas.openxmlformats.org/officeDocument/2006/relationships" id="263" r:id="R4f81b1eb19f74ab5"/>
    <p:sldId xmlns:r="http://schemas.openxmlformats.org/officeDocument/2006/relationships" id="264" r:id="R63941a107e024a65"/>
    <p:sldId xmlns:r="http://schemas.openxmlformats.org/officeDocument/2006/relationships" id="265" r:id="R8e5d354c541d4cf0"/>
    <p:sldId xmlns:r="http://schemas.openxmlformats.org/officeDocument/2006/relationships" id="266" r:id="Rb1ef184a0c34445d"/>
    <p:sldId xmlns:r="http://schemas.openxmlformats.org/officeDocument/2006/relationships" id="267" r:id="R106b6d8163e241b9"/>
    <p:sldId xmlns:r="http://schemas.openxmlformats.org/officeDocument/2006/relationships" id="268" r:id="Rea367299a1384d4f"/>
    <p:sldId xmlns:r="http://schemas.openxmlformats.org/officeDocument/2006/relationships" id="269" r:id="R0a469bc9e5b64533"/>
    <p:sldId xmlns:r="http://schemas.openxmlformats.org/officeDocument/2006/relationships" id="270" r:id="R6e80389377944aa2"/>
    <p:sldId xmlns:r="http://schemas.openxmlformats.org/officeDocument/2006/relationships" id="271" r:id="Rc394a96c8d934d82"/>
    <p:sldId xmlns:r="http://schemas.openxmlformats.org/officeDocument/2006/relationships" id="272" r:id="Rdb452ffc98dc4147"/>
    <p:sldId xmlns:r="http://schemas.openxmlformats.org/officeDocument/2006/relationships" id="273" r:id="R9ad8270726b447ef"/>
    <p:sldId xmlns:r="http://schemas.openxmlformats.org/officeDocument/2006/relationships" id="274" r:id="Rb47902851fdf4381"/>
    <p:sldId xmlns:r="http://schemas.openxmlformats.org/officeDocument/2006/relationships" id="275" r:id="Rb52775594565432c"/>
    <p:sldId xmlns:r="http://schemas.openxmlformats.org/officeDocument/2006/relationships" id="276" r:id="Ra2ed5a085ea04405"/>
    <p:sldId xmlns:r="http://schemas.openxmlformats.org/officeDocument/2006/relationships" id="277" r:id="R34db763bcea34d83"/>
    <p:sldId xmlns:r="http://schemas.openxmlformats.org/officeDocument/2006/relationships" id="278" r:id="R019b342279c24e36"/>
    <p:sldId xmlns:r="http://schemas.openxmlformats.org/officeDocument/2006/relationships" id="279" r:id="R71fd55436a3b4d70"/>
    <p:sldId xmlns:r="http://schemas.openxmlformats.org/officeDocument/2006/relationships" id="280" r:id="R345bd7c0382f42fa"/>
    <p:sldId xmlns:r="http://schemas.openxmlformats.org/officeDocument/2006/relationships" id="281" r:id="R406551edcc404f20"/>
    <p:sldId xmlns:r="http://schemas.openxmlformats.org/officeDocument/2006/relationships" id="282" r:id="R120c9d77d3244f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8afc658a05445a" /><Relationship Type="http://schemas.openxmlformats.org/officeDocument/2006/relationships/slideMaster" Target="/ppt/slideMasters/slideMaster1.xml" Id="R957683b5a62b472a" /><Relationship Type="http://schemas.openxmlformats.org/officeDocument/2006/relationships/notesMaster" Target="/ppt/notesMasters/notesMaster1.xml" Id="Rf560b3c959a04421" /><Relationship Type="http://schemas.openxmlformats.org/officeDocument/2006/relationships/presProps" Target="/ppt/presProps.xml" Id="Rc97ecba9ac0a4cb2" /><Relationship Type="http://schemas.openxmlformats.org/officeDocument/2006/relationships/tableStyles" Target="/ppt/tableStyles.xml" Id="R5c272def407c4c6b" /><Relationship Type="http://schemas.openxmlformats.org/officeDocument/2006/relationships/slide" Target="/ppt/slides/slide1.xml" Id="R5252ce18459f46f0" /><Relationship Type="http://schemas.openxmlformats.org/officeDocument/2006/relationships/slide" Target="/ppt/slides/slide2.xml" Id="R4d71b2608356405d" /><Relationship Type="http://schemas.openxmlformats.org/officeDocument/2006/relationships/slide" Target="/ppt/slides/slide3.xml" Id="Ra0b89d8e43b84532" /><Relationship Type="http://schemas.openxmlformats.org/officeDocument/2006/relationships/slide" Target="/ppt/slides/slide4.xml" Id="Rff2327c332754b01" /><Relationship Type="http://schemas.openxmlformats.org/officeDocument/2006/relationships/slide" Target="/ppt/slides/slide5.xml" Id="Ra4a01d517c6b4929" /><Relationship Type="http://schemas.openxmlformats.org/officeDocument/2006/relationships/slide" Target="/ppt/slides/slide6.xml" Id="R268a61a195a5412f" /><Relationship Type="http://schemas.openxmlformats.org/officeDocument/2006/relationships/slide" Target="/ppt/slides/slide7.xml" Id="R12e37559af7f4679" /><Relationship Type="http://schemas.openxmlformats.org/officeDocument/2006/relationships/slide" Target="/ppt/slides/slide8.xml" Id="R4f81b1eb19f74ab5" /><Relationship Type="http://schemas.openxmlformats.org/officeDocument/2006/relationships/slide" Target="/ppt/slides/slide9.xml" Id="R63941a107e024a65" /><Relationship Type="http://schemas.openxmlformats.org/officeDocument/2006/relationships/slide" Target="/ppt/slides/slide10.xml" Id="R8e5d354c541d4cf0" /><Relationship Type="http://schemas.openxmlformats.org/officeDocument/2006/relationships/slide" Target="/ppt/slides/slide11.xml" Id="Rb1ef184a0c34445d" /><Relationship Type="http://schemas.openxmlformats.org/officeDocument/2006/relationships/slide" Target="/ppt/slides/slide12.xml" Id="R106b6d8163e241b9" /><Relationship Type="http://schemas.openxmlformats.org/officeDocument/2006/relationships/slide" Target="/ppt/slides/slide13.xml" Id="Rea367299a1384d4f" /><Relationship Type="http://schemas.openxmlformats.org/officeDocument/2006/relationships/slide" Target="/ppt/slides/slide14.xml" Id="R0a469bc9e5b64533" /><Relationship Type="http://schemas.openxmlformats.org/officeDocument/2006/relationships/slide" Target="/ppt/slides/slide15.xml" Id="R6e80389377944aa2" /><Relationship Type="http://schemas.openxmlformats.org/officeDocument/2006/relationships/slide" Target="/ppt/slides/slide16.xml" Id="Rc394a96c8d934d82" /><Relationship Type="http://schemas.openxmlformats.org/officeDocument/2006/relationships/slide" Target="/ppt/slides/slide17.xml" Id="Rdb452ffc98dc4147" /><Relationship Type="http://schemas.openxmlformats.org/officeDocument/2006/relationships/slide" Target="/ppt/slides/slide18.xml" Id="R9ad8270726b447ef" /><Relationship Type="http://schemas.openxmlformats.org/officeDocument/2006/relationships/slide" Target="/ppt/slides/slide19.xml" Id="Rb47902851fdf4381" /><Relationship Type="http://schemas.openxmlformats.org/officeDocument/2006/relationships/slide" Target="/ppt/slides/slide20.xml" Id="Rb52775594565432c" /><Relationship Type="http://schemas.openxmlformats.org/officeDocument/2006/relationships/slide" Target="/ppt/slides/slide21.xml" Id="Ra2ed5a085ea04405" /><Relationship Type="http://schemas.openxmlformats.org/officeDocument/2006/relationships/slide" Target="/ppt/slides/slide22.xml" Id="R34db763bcea34d83" /><Relationship Type="http://schemas.openxmlformats.org/officeDocument/2006/relationships/slide" Target="/ppt/slides/slide23.xml" Id="R019b342279c24e36" /><Relationship Type="http://schemas.openxmlformats.org/officeDocument/2006/relationships/slide" Target="/ppt/slides/slide24.xml" Id="R71fd55436a3b4d70" /><Relationship Type="http://schemas.openxmlformats.org/officeDocument/2006/relationships/slide" Target="/ppt/slides/slide25.xml" Id="R345bd7c0382f42fa" /><Relationship Type="http://schemas.openxmlformats.org/officeDocument/2006/relationships/slide" Target="/ppt/slides/slide26.xml" Id="R406551edcc404f20" /><Relationship Type="http://schemas.openxmlformats.org/officeDocument/2006/relationships/slide" Target="/ppt/slides/slide27.xml" Id="R120c9d77d3244f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ebed23091344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5aa2afae74423e" /><Relationship Type="http://schemas.openxmlformats.org/officeDocument/2006/relationships/notesMaster" Target="/ppt/notesMasters/notesMaster1.xml" Id="Rabc4bea9275145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69c89f95f4813" /><Relationship Type="http://schemas.openxmlformats.org/officeDocument/2006/relationships/notesMaster" Target="/ppt/notesMasters/notesMaster1.xml" Id="Re1c608b90f9f4f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1b6ddca4f64670" /><Relationship Type="http://schemas.openxmlformats.org/officeDocument/2006/relationships/notesMaster" Target="/ppt/notesMasters/notesMaster1.xml" Id="R8cb961c80a504c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e2f9b935624359" /><Relationship Type="http://schemas.openxmlformats.org/officeDocument/2006/relationships/notesMaster" Target="/ppt/notesMasters/notesMaster1.xml" Id="R0c2b55b7641b46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fd5b6945e4a29" /><Relationship Type="http://schemas.openxmlformats.org/officeDocument/2006/relationships/notesMaster" Target="/ppt/notesMasters/notesMaster1.xml" Id="R6abc6f8e776c4b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d77f49671044d7" /><Relationship Type="http://schemas.openxmlformats.org/officeDocument/2006/relationships/notesMaster" Target="/ppt/notesMasters/notesMaster1.xml" Id="R1b7c848a4d034d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7c06ca4d024a7e" /><Relationship Type="http://schemas.openxmlformats.org/officeDocument/2006/relationships/notesMaster" Target="/ppt/notesMasters/notesMaster1.xml" Id="R85c7db07e38e4f8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188918c9294568" /><Relationship Type="http://schemas.openxmlformats.org/officeDocument/2006/relationships/notesMaster" Target="/ppt/notesMasters/notesMaster1.xml" Id="R9922beafacc2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2c95ccea494666" /><Relationship Type="http://schemas.openxmlformats.org/officeDocument/2006/relationships/notesMaster" Target="/ppt/notesMasters/notesMaster1.xml" Id="Rf03efdf78a8c41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c5fee4d8cd4744" /><Relationship Type="http://schemas.openxmlformats.org/officeDocument/2006/relationships/notesMaster" Target="/ppt/notesMasters/notesMaster1.xml" Id="Rb6388a973b114c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d184a6679b4961" /><Relationship Type="http://schemas.openxmlformats.org/officeDocument/2006/relationships/notesMaster" Target="/ppt/notesMasters/notesMaster1.xml" Id="R8829fa1b4a9d4a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3cf5a9dd914f2d" /><Relationship Type="http://schemas.openxmlformats.org/officeDocument/2006/relationships/notesMaster" Target="/ppt/notesMasters/notesMaster1.xml" Id="R8096f3fb91064e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733c1860164780" /><Relationship Type="http://schemas.openxmlformats.org/officeDocument/2006/relationships/notesMaster" Target="/ppt/notesMasters/notesMaster1.xml" Id="Rfef09798582f49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23a251caa04cc8" /><Relationship Type="http://schemas.openxmlformats.org/officeDocument/2006/relationships/notesMaster" Target="/ppt/notesMasters/notesMaster1.xml" Id="Ra22b1bfa05fa4fb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87c428235c4465" /><Relationship Type="http://schemas.openxmlformats.org/officeDocument/2006/relationships/notesMaster" Target="/ppt/notesMasters/notesMaster1.xml" Id="R24b1441d1d5b44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b05331b76e44eb" /><Relationship Type="http://schemas.openxmlformats.org/officeDocument/2006/relationships/notesMaster" Target="/ppt/notesMasters/notesMaster1.xml" Id="Ra3154df9620c44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db24d3db1d4d58" /><Relationship Type="http://schemas.openxmlformats.org/officeDocument/2006/relationships/notesMaster" Target="/ppt/notesMasters/notesMaster1.xml" Id="R134c4dfa973545d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edff9506dd14062" /><Relationship Type="http://schemas.openxmlformats.org/officeDocument/2006/relationships/notesMaster" Target="/ppt/notesMasters/notesMaster1.xml" Id="Re1ed6e323f7343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bd8aae6a6f4068" /><Relationship Type="http://schemas.openxmlformats.org/officeDocument/2006/relationships/notesMaster" Target="/ppt/notesMasters/notesMaster1.xml" Id="Re6ae506ec9944cc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004889c57c947b2" /><Relationship Type="http://schemas.openxmlformats.org/officeDocument/2006/relationships/notesMaster" Target="/ppt/notesMasters/notesMaster1.xml" Id="Re7b09a3cdac14c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06e09f6e5274011" /><Relationship Type="http://schemas.openxmlformats.org/officeDocument/2006/relationships/notesMaster" Target="/ppt/notesMasters/notesMaster1.xml" Id="R987e2afbf7a540c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e39e67a2a954b52" /><Relationship Type="http://schemas.openxmlformats.org/officeDocument/2006/relationships/notesMaster" Target="/ppt/notesMasters/notesMaster1.xml" Id="R8d54452d0bdc4a1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8dd233e9c0f4e9d" /><Relationship Type="http://schemas.openxmlformats.org/officeDocument/2006/relationships/notesMaster" Target="/ppt/notesMasters/notesMaster1.xml" Id="R0d084788517f48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94ae66abcd04eab" /><Relationship Type="http://schemas.openxmlformats.org/officeDocument/2006/relationships/notesMaster" Target="/ppt/notesMasters/notesMaster1.xml" Id="R24f77f17f2ec448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0e67b957409420a" /><Relationship Type="http://schemas.openxmlformats.org/officeDocument/2006/relationships/notesMaster" Target="/ppt/notesMasters/notesMaster1.xml" Id="Rddfc7ada63ec4b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c7867f7350c4bdf" /><Relationship Type="http://schemas.openxmlformats.org/officeDocument/2006/relationships/notesMaster" Target="/ppt/notesMasters/notesMaster1.xml" Id="Ref5ab0356b634d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df98d577c1947b1" /><Relationship Type="http://schemas.openxmlformats.org/officeDocument/2006/relationships/notesMaster" Target="/ppt/notesMasters/notesMaster1.xml" Id="R898cd2a2c39a43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Full scene_name: S3B_OL_1_EFR____20240814T153711_20240814T154011_20240815T084407_0180_096_225_2160_PS2_O_NT_004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comparison.py:121 crop/centres; :464-610 native-first callback. archive.py:104-152 loads/deduplicates native coordinates.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Bridge is conditional on both exports representing the same scene/run. Coordinates identify observations at stored precision. Source native archive was not available for a direct ID join.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Classify N &amp; !L in order: !match, !selected_QA, !input_valid, !candidate, candidate but !detected. QA rejected all have CLDICE=true; HISATZEN and NAVFAIL are 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Current decoder: comparison.py:103-109. All calculations recomputed from exported obpg_raw_dn; original raster-valid mask not separately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CI to estimated cell density: https://www.frontiersin.org/journals/remote-sensing/articles/10.3389/frsen.2023.1157609/full . Empirical CIcyano × 10^8 relationship; no in-situ validation of these Erie observations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Statistics on existing paired rows are descriptive NASA-grid-weighted statistics; spatial autocorrelation and repeated assignments preclude treating rows as independent validation samples.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  <a:p xmlns:a="http://schemas.openxmlformats.org/drawingml/2006/main">
            <a:r>
              <a:t>Previous prompt supplied Saint Clair Hylak66 pairs for a different S3A scene. Those numerical findings do not apply to Erie.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Local source: /Users/madhusudhanreddychencharapu/Documents/ChatGPT/CyanoTrend_Final_DataExtraction/src/cyanotrend/core/science.py:70-107 and compact.py:145-195. Code inspected 8 October 2026; current source behavior is not a hash-verified reconstruction of the historical run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Code references: comparison.py:103-109 decoder, :464 onward matching; core/science.py:70-107 spectral gates; core/compact.py:145-195 QA; core/exports.py:276 onward summary populations. All absolute paths and source hashes in audit 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Verified source CSV: /Users/madhusudhanreddychencharapu/Documents/RA_RemoteSensing/DataComparision_StandaloneVsCollab/MasterCSV_EDA/Standalone_S3_OLCI_a59e9caf-9ade-4115-affc-6a845651bd3d_ALL_INDEX_STATS.csv</a:t>
            </a:r>
          </a:p>
          <a:p xmlns:a="http://schemas.openxmlformats.org/drawingml/2006/main">
            <a:r>
              <a:t>Lake Erie Hylak_id=9, scene a59e9caf-9ade-4115-affc-6a845651bd3d. Exact values and original column order are in Erie_feature_value_mapping.csv. Statistics are on finite native values; source src/cyanotrend/core/exports.py:_share_all_index_stats, line 276 onward.</a:t>
            </a:r>
          </a:p>
          <a:p xmlns:a="http://schemas.openxmlformats.org/drawingml/2006/main">
            <a:r>
              <a:t>Verified row-by-row from /Users/madhusudhanreddychencharapu/Downloads/a59e9caf-9ade-4115-affc-6a845651bd3d_Hylak9_2024-08-14_CyAN_native_first_primary_bloom_aware_pairs.csv</a:t>
            </a:r>
          </a:p>
          <a:p xmlns:a="http://schemas.openxmlformats.org/drawingml/2006/main">
            <a:r>
              <a:t>286,772 rows, 23 original columns. Audit adds reason and original CSV row number; header is row 1. File scene inferred from export filename, not independently from original raster metadata. Matching code: /Users/madhusudhanreddychencharapu/Documents/ChatGPT/CyanoTrend_DataExtraction/cyanolake-standalone/src/cyanolake/comparison.py:464 onward.</a:t>
            </a:r>
          </a:p>
          <a:p xmlns:a="http://schemas.openxmlformats.org/drawingml/2006/main">
            <a:r>
              <a:t>NASA release notes, Version 6 (February 2025), printed pages 2-4 and 15: https://oceancolor.gsfc.nasa.gov/images/cyan/version/6/CyAN_NASA_MERISOLCI_CI_release_notes_V6_Feb_2025.pdf . Original TIFF metadata has not been obtained, so V6 reinterpretation is a sensitivity scenario.</a:t>
            </a:r>
          </a:p>
          <a:p xmlns:a="http://schemas.openxmlformats.org/drawingml/2006/main">
            <a:r>
              <a:t>CI to estimated cell density: https://www.frontiersin.org/journals/remote-sensing/articles/10.3389/frsen.2023.1157609/full . Empirical CIcyano × 10^8 relationship; no in-situ validation of these Erie observations is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db51e1a8948a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a2878065d4d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3564d449a4d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a3c204acb48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b82842b234c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a300c0393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B92B81-724E-4DF8-906A-CCA94FE7E1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7E7606-55F9-41B0-A592-2AC7334CFE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807AB31-7E31-4A7E-827F-6D8BBB2F8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C56910-E821-4770-8591-5432CF91A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7610F52-63B0-458F-8206-6EA08DAADC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A322FA-B5B3-4E09-904E-09AFC9749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BAFEAF-1D8C-44FE-A6D9-B72062EA03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B670FC-AFE1-4EEF-B44B-1A2CD6AC00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C6A708-C8B2-4FF4-89EF-CFB5890F3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5D8A6A-9F25-4940-97B6-ACD8D0F065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9ab6be8fa40dd" /><Relationship Type="http://schemas.openxmlformats.org/officeDocument/2006/relationships/slideLayout" Target="/ppt/slideLayouts/slideLayout1.xml" Id="Reddfe2afa5aa4c14" /><Relationship Type="http://schemas.openxmlformats.org/officeDocument/2006/relationships/slideLayout" Target="/ppt/slideLayouts/slideLayout2.xml" Id="Rb08342eab7fc4580" /><Relationship Type="http://schemas.openxmlformats.org/officeDocument/2006/relationships/slideLayout" Target="/ppt/slideLayouts/slideLayout3.xml" Id="R6cbfb49a6df64af0" /><Relationship Type="http://schemas.openxmlformats.org/officeDocument/2006/relationships/slideLayout" Target="/ppt/slideLayouts/slideLayout4.xml" Id="R8c32fa8aacd24c5e" /><Relationship Type="http://schemas.openxmlformats.org/officeDocument/2006/relationships/slideLayout" Target="/ppt/slideLayouts/slideLayout5.xml" Id="Rfa22f4bb626c4ba3" /><Relationship Type="http://schemas.openxmlformats.org/officeDocument/2006/relationships/slideLayout" Target="/ppt/slideLayouts/slideLayout6.xml" Id="R920b91c4af5b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dfe2afa5aa4c14"/>
    <p:sldLayoutId xmlns:r="http://schemas.openxmlformats.org/officeDocument/2006/relationships" id="2147483650" r:id="Rb08342eab7fc4580"/>
    <p:sldLayoutId xmlns:r="http://schemas.openxmlformats.org/officeDocument/2006/relationships" id="2147483651" r:id="R6cbfb49a6df64af0"/>
    <p:sldLayoutId xmlns:r="http://schemas.openxmlformats.org/officeDocument/2006/relationships" id="2147483652" r:id="R8c32fa8aacd24c5e"/>
    <p:sldLayoutId xmlns:r="http://schemas.openxmlformats.org/officeDocument/2006/relationships" id="2147483653" r:id="Rfa22f4bb626c4ba3"/>
    <p:sldLayoutId xmlns:r="http://schemas.openxmlformats.org/officeDocument/2006/relationships" id="2147483654" r:id="R920b91c4af5b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17f30d64cf40c1" /><Relationship Type="http://schemas.openxmlformats.org/officeDocument/2006/relationships/notesSlide" Target="/ppt/notesSlides/notesSlide1.xml" Id="Ra3dac9de003040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1f35dd68ab457f" /><Relationship Type="http://schemas.openxmlformats.org/officeDocument/2006/relationships/notesSlide" Target="/ppt/notesSlides/notesSlide2.xml" Id="R5f83c5d1e91747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5035a449b74196" /><Relationship Type="http://schemas.openxmlformats.org/officeDocument/2006/relationships/notesSlide" Target="/ppt/notesSlides/notesSlide3.xml" Id="Rb36a1df1dbb841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30de6d4ca4f40" /><Relationship Type="http://schemas.openxmlformats.org/officeDocument/2006/relationships/notesSlide" Target="/ppt/notesSlides/notesSlide4.xml" Id="R9dc9377fdb614d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1cdc5a50540f9" /><Relationship Type="http://schemas.openxmlformats.org/officeDocument/2006/relationships/notesSlide" Target="/ppt/notesSlides/notesSlide5.xml" Id="R5a864c163e7844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65008f0f8e4f4b" /><Relationship Type="http://schemas.openxmlformats.org/officeDocument/2006/relationships/notesSlide" Target="/ppt/notesSlides/notesSlide6.xml" Id="Rf4db3ee7610346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fe60db071429b" /><Relationship Type="http://schemas.openxmlformats.org/officeDocument/2006/relationships/notesSlide" Target="/ppt/notesSlides/notesSlide7.xml" Id="R924221e60db440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95e0ec92814663" /><Relationship Type="http://schemas.openxmlformats.org/officeDocument/2006/relationships/notesSlide" Target="/ppt/notesSlides/notesSlide8.xml" Id="Ra376c46549cb44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6438a8e1a4d6b" /><Relationship Type="http://schemas.openxmlformats.org/officeDocument/2006/relationships/notesSlide" Target="/ppt/notesSlides/notesSlide9.xml" Id="Re78f76e1fa3445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8fd722c866422d" /><Relationship Type="http://schemas.openxmlformats.org/officeDocument/2006/relationships/notesSlide" Target="/ppt/notesSlides/notesSlide10.xml" Id="Rfc9f49cc752f4f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a5d5a42d84aff" /><Relationship Type="http://schemas.openxmlformats.org/officeDocument/2006/relationships/notesSlide" Target="/ppt/notesSlides/notesSlide11.xml" Id="Rf82b46b7f3f549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b8719bacb4038" /><Relationship Type="http://schemas.openxmlformats.org/officeDocument/2006/relationships/chart" Target="/ppt/slides/charts/chart1.xml" Id="R70c232258f89419b" /><Relationship Type="http://schemas.openxmlformats.org/officeDocument/2006/relationships/notesSlide" Target="/ppt/notesSlides/notesSlide12.xml" Id="R9954aa95ebc249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648b7aaae4920" /><Relationship Type="http://schemas.openxmlformats.org/officeDocument/2006/relationships/notesSlide" Target="/ppt/notesSlides/notesSlide13.xml" Id="Rbdaa8d01bc6449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6545c21d584382" /><Relationship Type="http://schemas.openxmlformats.org/officeDocument/2006/relationships/chart" Target="/ppt/slides/charts/chart2.xml" Id="R9fe692d68b104b72" /><Relationship Type="http://schemas.openxmlformats.org/officeDocument/2006/relationships/notesSlide" Target="/ppt/notesSlides/notesSlide14.xml" Id="Ra4f89149b8b447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624097a924c3b" /><Relationship Type="http://schemas.openxmlformats.org/officeDocument/2006/relationships/notesSlide" Target="/ppt/notesSlides/notesSlide15.xml" Id="Rab313fdcf6ed443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e972fceda44f9" /><Relationship Type="http://schemas.openxmlformats.org/officeDocument/2006/relationships/notesSlide" Target="/ppt/notesSlides/notesSlide16.xml" Id="Rdb498d81977d48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55fed97344d72" /><Relationship Type="http://schemas.openxmlformats.org/officeDocument/2006/relationships/notesSlide" Target="/ppt/notesSlides/notesSlide17.xml" Id="R7cb6acdb312745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71d3780ad4f3e" /><Relationship Type="http://schemas.openxmlformats.org/officeDocument/2006/relationships/notesSlide" Target="/ppt/notesSlides/notesSlide18.xml" Id="R064e9f56db60448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10196cb25e43e0" /><Relationship Type="http://schemas.openxmlformats.org/officeDocument/2006/relationships/notesSlide" Target="/ppt/notesSlides/notesSlide19.xml" Id="R171b2b56f1854d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1e09a46b14305" /><Relationship Type="http://schemas.openxmlformats.org/officeDocument/2006/relationships/notesSlide" Target="/ppt/notesSlides/notesSlide20.xml" Id="R5c67251cb47d488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c538f2823415b" /><Relationship Type="http://schemas.openxmlformats.org/officeDocument/2006/relationships/notesSlide" Target="/ppt/notesSlides/notesSlide21.xml" Id="R625695ed8d8742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e54a660be1406f" /><Relationship Type="http://schemas.openxmlformats.org/officeDocument/2006/relationships/notesSlide" Target="/ppt/notesSlides/notesSlide22.xml" Id="R98569023ec3144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06a8fd74142d5" /><Relationship Type="http://schemas.openxmlformats.org/officeDocument/2006/relationships/notesSlide" Target="/ppt/notesSlides/notesSlide23.xml" Id="R7e3f68115c07496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df384985b543d1" /><Relationship Type="http://schemas.openxmlformats.org/officeDocument/2006/relationships/notesSlide" Target="/ppt/notesSlides/notesSlide24.xml" Id="Rabf356477bc944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b3c45aaa249dd" /><Relationship Type="http://schemas.openxmlformats.org/officeDocument/2006/relationships/notesSlide" Target="/ppt/notesSlides/notesSlide25.xml" Id="R35bcaaef2d2147c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0cd874ef54c34" /><Relationship Type="http://schemas.openxmlformats.org/officeDocument/2006/relationships/notesSlide" Target="/ppt/notesSlides/notesSlide26.xml" Id="R766a0962ad274f4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68cf0a1ca44a93" /><Relationship Type="http://schemas.openxmlformats.org/officeDocument/2006/relationships/notesSlide" Target="/ppt/notesSlides/notesSlide27.xml" Id="R97ef3469c764496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NASA-only grid rows</c:v>
          </c:tx>
          <c:spPr>
            <a:solidFill xmlns:a="http://schemas.openxmlformats.org/drawingml/2006/main">
              <a:srgbClr val="176683"/>
            </a:solidFill>
          </c:spPr>
          <c:cat>
            <c:strRef>
              <c:f>'Chart Data'!$A$2:$A$4</c:f>
              <c:strCache>
                <c:ptCount val="3"/>
                <c:pt idx="0">
                  <c:v>QA rejected</c:v>
                </c:pt>
                <c:pt idx="1">
                  <c:v>Not a CI candidate</c:v>
                </c:pt>
                <c:pt idx="2">
                  <c:v>Candidate, not detected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5153</c:v>
                </c:pt>
                <c:pt idx="1">
                  <c:v>614</c:v>
                </c:pt>
                <c:pt idx="2">
                  <c:v>3587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5EA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Observed pairs</c:v>
          </c:tx>
          <c:spPr>
            <a:ln xmlns:a="http://schemas.openxmlformats.org/drawingml/2006/main" w="0">
              <a:noFill/>
            </a:ln>
          </c:spPr>
          <c:marker>
            <c:symbol val="circle"/>
            <c:size val="3"/>
            <c:spPr>
              <a:solidFill xmlns:a="http://schemas.openxmlformats.org/drawingml/2006/main">
                <a:srgbClr val="176683"/>
              </a:solidFill>
            </c:spPr>
          </c:marker>
          <c:xVal>
            <c:numRef>
              <c:f>'Chart Data'!$A$2:$A$2184</c:f>
              <c:numCache>
                <c:formatCode>General</c:formatCode>
                <c:ptCount val="2183"/>
                <c:pt idx="0">
                  <c:v>0.0073113907</c:v>
                </c:pt>
                <c:pt idx="1">
                  <c:v>0.0069183097</c:v>
                </c:pt>
                <c:pt idx="2">
                  <c:v>0.007516229</c:v>
                </c:pt>
                <c:pt idx="3">
                  <c:v>0.004698941</c:v>
                </c:pt>
                <c:pt idx="4">
                  <c:v>0.0030199517</c:v>
                </c:pt>
                <c:pt idx="5">
                  <c:v>0.0052480744</c:v>
                </c:pt>
                <c:pt idx="6">
                  <c:v>0.0034673684</c:v>
                </c:pt>
                <c:pt idx="7">
                  <c:v>0.00510505</c:v>
                </c:pt>
                <c:pt idx="8">
                  <c:v>0.006025596</c:v>
                </c:pt>
                <c:pt idx="9">
                  <c:v>0.006546362</c:v>
                </c:pt>
                <c:pt idx="10">
                  <c:v>0.006194411</c:v>
                </c:pt>
                <c:pt idx="11">
                  <c:v>0.006546362</c:v>
                </c:pt>
                <c:pt idx="12">
                  <c:v>0.0067297667</c:v>
                </c:pt>
                <c:pt idx="13">
                  <c:v>0.0013182567</c:v>
                </c:pt>
                <c:pt idx="14">
                  <c:v>0.0011168632</c:v>
                </c:pt>
                <c:pt idx="15">
                  <c:v>0.0008472274</c:v>
                </c:pt>
                <c:pt idx="16">
                  <c:v>0.0021086282</c:v>
                </c:pt>
                <c:pt idx="17">
                  <c:v>0.002167704</c:v>
                </c:pt>
                <c:pt idx="18">
                  <c:v>0.0013551894</c:v>
                </c:pt>
                <c:pt idx="19">
                  <c:v>0.0011481537</c:v>
                </c:pt>
                <c:pt idx="20">
                  <c:v>0.002167704</c:v>
                </c:pt>
                <c:pt idx="21">
                  <c:v>0.0018879913</c:v>
                </c:pt>
                <c:pt idx="22">
                  <c:v>0.0008709636</c:v>
                </c:pt>
                <c:pt idx="23">
                  <c:v>0.0014321879</c:v>
                </c:pt>
                <c:pt idx="24">
                  <c:v>0.0022284351</c:v>
                </c:pt>
                <c:pt idx="25">
                  <c:v>0.0024888574</c:v>
                </c:pt>
                <c:pt idx="26">
                  <c:v>0.0015559656</c:v>
                </c:pt>
                <c:pt idx="27">
                  <c:v>0.002051162</c:v>
                </c:pt>
                <c:pt idx="28">
                  <c:v>0.0019952622</c:v>
                </c:pt>
                <c:pt idx="29">
                  <c:v>0.0024210291</c:v>
                </c:pt>
                <c:pt idx="30">
                  <c:v>0.002167704</c:v>
                </c:pt>
                <c:pt idx="31">
                  <c:v>0.0022908677</c:v>
                </c:pt>
                <c:pt idx="32">
                  <c:v>0.002051162</c:v>
                </c:pt>
                <c:pt idx="33">
                  <c:v>0.0036643757</c:v>
                </c:pt>
                <c:pt idx="34">
                  <c:v>0.0022908677</c:v>
                </c:pt>
                <c:pt idx="35">
                  <c:v>0.0029376496</c:v>
                </c:pt>
                <c:pt idx="36">
                  <c:v>0.002630268</c:v>
                </c:pt>
                <c:pt idx="37">
                  <c:v>0.002558586</c:v>
                </c:pt>
                <c:pt idx="38">
                  <c:v>0.0012473835</c:v>
                </c:pt>
                <c:pt idx="39">
                  <c:v>0.0033728732</c:v>
                </c:pt>
                <c:pt idx="40">
                  <c:v>0.0058613815</c:v>
                </c:pt>
                <c:pt idx="41">
                  <c:v>0.0069183097</c:v>
                </c:pt>
                <c:pt idx="42">
                  <c:v>0.0031045596</c:v>
                </c:pt>
                <c:pt idx="43">
                  <c:v>0.0027039584</c:v>
                </c:pt>
                <c:pt idx="44">
                  <c:v>0.0058613815</c:v>
                </c:pt>
                <c:pt idx="45">
                  <c:v>0.0043251384</c:v>
                </c:pt>
                <c:pt idx="46">
                  <c:v>0.003767038</c:v>
                </c:pt>
                <c:pt idx="47">
                  <c:v>0.0033728732</c:v>
                </c:pt>
                <c:pt idx="48">
                  <c:v>0.0013931568</c:v>
                </c:pt>
                <c:pt idx="49">
                  <c:v>0.0006426877</c:v>
                </c:pt>
                <c:pt idx="50">
                  <c:v>0.0058613815</c:v>
                </c:pt>
                <c:pt idx="51">
                  <c:v>0.0039810715</c:v>
                </c:pt>
                <c:pt idx="52">
                  <c:v>0.0036643757</c:v>
                </c:pt>
                <c:pt idx="53">
                  <c:v>0.0038725764</c:v>
                </c:pt>
                <c:pt idx="54">
                  <c:v>0.0034673684</c:v>
                </c:pt>
                <c:pt idx="55">
                  <c:v>0.003191538</c:v>
                </c:pt>
                <c:pt idx="56">
                  <c:v>0.0034673684</c:v>
                </c:pt>
                <c:pt idx="57">
                  <c:v>0.0028575906</c:v>
                </c:pt>
                <c:pt idx="58">
                  <c:v>0.0027797134</c:v>
                </c:pt>
                <c:pt idx="59">
                  <c:v>0.002630268</c:v>
                </c:pt>
                <c:pt idx="60">
                  <c:v>0.0027039584</c:v>
                </c:pt>
                <c:pt idx="61">
                  <c:v>0.00029648314</c:v>
                </c:pt>
                <c:pt idx="62">
                  <c:v>0.00043651584</c:v>
                </c:pt>
                <c:pt idx="63">
                  <c:v>0.0027039584</c:v>
                </c:pt>
                <c:pt idx="64">
                  <c:v>0.0028575906</c:v>
                </c:pt>
                <c:pt idx="65">
                  <c:v>0.0027039584</c:v>
                </c:pt>
                <c:pt idx="66">
                  <c:v>0.0024888574</c:v>
                </c:pt>
                <c:pt idx="67">
                  <c:v>0.0027039584</c:v>
                </c:pt>
                <c:pt idx="68">
                  <c:v>0.0022908677</c:v>
                </c:pt>
                <c:pt idx="69">
                  <c:v>0.002558586</c:v>
                </c:pt>
                <c:pt idx="70">
                  <c:v>0.0022908677</c:v>
                </c:pt>
                <c:pt idx="71">
                  <c:v>0.0027039584</c:v>
                </c:pt>
                <c:pt idx="72">
                  <c:v>0.0024210291</c:v>
                </c:pt>
                <c:pt idx="73">
                  <c:v>0.0023550494</c:v>
                </c:pt>
                <c:pt idx="74">
                  <c:v>0.0042072665</c:v>
                </c:pt>
                <c:pt idx="75">
                  <c:v>0.004698941</c:v>
                </c:pt>
                <c:pt idx="76">
                  <c:v>0.002167704</c:v>
                </c:pt>
                <c:pt idx="77">
                  <c:v>0.0024210291</c:v>
                </c:pt>
                <c:pt idx="78">
                  <c:v>0.002630268</c:v>
                </c:pt>
                <c:pt idx="79">
                  <c:v>0.0024210291</c:v>
                </c:pt>
                <c:pt idx="80">
                  <c:v>0.002167704</c:v>
                </c:pt>
                <c:pt idx="81">
                  <c:v>0.0018365383</c:v>
                </c:pt>
                <c:pt idx="82">
                  <c:v>0.0013182567</c:v>
                </c:pt>
                <c:pt idx="83">
                  <c:v>0.0033728732</c:v>
                </c:pt>
                <c:pt idx="84">
                  <c:v>0.003191538</c:v>
                </c:pt>
                <c:pt idx="85">
                  <c:v>0.0030199517</c:v>
                </c:pt>
                <c:pt idx="86">
                  <c:v>0.014190575</c:v>
                </c:pt>
                <c:pt idx="87">
                  <c:v>0.0023550494</c:v>
                </c:pt>
                <c:pt idx="88">
                  <c:v>0.0022908677</c:v>
                </c:pt>
                <c:pt idx="89">
                  <c:v>0.004570882</c:v>
                </c:pt>
                <c:pt idx="90">
                  <c:v>0.00510505</c:v>
                </c:pt>
                <c:pt idx="91">
                  <c:v>0.02032357</c:v>
                </c:pt>
                <c:pt idx="92">
                  <c:v>0.0023550494</c:v>
                </c:pt>
                <c:pt idx="93">
                  <c:v>0.0034673684</c:v>
                </c:pt>
                <c:pt idx="94">
                  <c:v>0.0039810715</c:v>
                </c:pt>
                <c:pt idx="95">
                  <c:v>0.0039810715</c:v>
                </c:pt>
                <c:pt idx="96">
                  <c:v>0.005546257</c:v>
                </c:pt>
                <c:pt idx="97">
                  <c:v>0.022698648</c:v>
                </c:pt>
                <c:pt idx="98">
                  <c:v>0.003767038</c:v>
                </c:pt>
                <c:pt idx="99">
                  <c:v>0.0019408859</c:v>
                </c:pt>
                <c:pt idx="100">
                  <c:v>0.0022284351</c:v>
                </c:pt>
                <c:pt idx="101">
                  <c:v>0.0040926067</c:v>
                </c:pt>
                <c:pt idx="102">
                  <c:v>0.0028575906</c:v>
                </c:pt>
                <c:pt idx="103">
                  <c:v>0.0138038425</c:v>
                </c:pt>
                <c:pt idx="104">
                  <c:v>0.019230917</c:v>
                </c:pt>
                <c:pt idx="105">
                  <c:v>0.0031045596</c:v>
                </c:pt>
                <c:pt idx="106">
                  <c:v>0.0033728732</c:v>
                </c:pt>
                <c:pt idx="107">
                  <c:v>0.003767038</c:v>
                </c:pt>
                <c:pt idx="108">
                  <c:v>0.004446313</c:v>
                </c:pt>
                <c:pt idx="109">
                  <c:v>0.0038725764</c:v>
                </c:pt>
                <c:pt idx="110">
                  <c:v>0.01342765</c:v>
                </c:pt>
                <c:pt idx="111">
                  <c:v>0.015848933</c:v>
                </c:pt>
                <c:pt idx="112">
                  <c:v>0.01819701</c:v>
                </c:pt>
                <c:pt idx="113">
                  <c:v>0.026791682</c:v>
                </c:pt>
                <c:pt idx="114">
                  <c:v>0.030760968</c:v>
                </c:pt>
                <c:pt idx="115">
                  <c:v>0.02831392</c:v>
                </c:pt>
                <c:pt idx="116">
                  <c:v>0.023988329</c:v>
                </c:pt>
                <c:pt idx="117">
                  <c:v>0.029107172</c:v>
                </c:pt>
                <c:pt idx="118">
                  <c:v>0.040550854</c:v>
                </c:pt>
                <c:pt idx="119">
                  <c:v>0.024660394</c:v>
                </c:pt>
                <c:pt idx="120">
                  <c:v>0.029922646</c:v>
                </c:pt>
                <c:pt idx="121">
                  <c:v>0.01629296</c:v>
                </c:pt>
                <c:pt idx="122">
                  <c:v>0.014190575</c:v>
                </c:pt>
                <c:pt idx="123">
                  <c:v>0.0039810715</c:v>
                </c:pt>
                <c:pt idx="124">
                  <c:v>0.0038725764</c:v>
                </c:pt>
                <c:pt idx="125">
                  <c:v>0.0040926067</c:v>
                </c:pt>
                <c:pt idx="126">
                  <c:v>0.004698941</c:v>
                </c:pt>
                <c:pt idx="127">
                  <c:v>0.0042072665</c:v>
                </c:pt>
                <c:pt idx="128">
                  <c:v>0.0040926067</c:v>
                </c:pt>
                <c:pt idx="129">
                  <c:v>0.01629296</c:v>
                </c:pt>
                <c:pt idx="130">
                  <c:v>0.01819701</c:v>
                </c:pt>
                <c:pt idx="131">
                  <c:v>0.01770109</c:v>
                </c:pt>
                <c:pt idx="132">
                  <c:v>0.01819701</c:v>
                </c:pt>
                <c:pt idx="133">
                  <c:v>0.020892961</c:v>
                </c:pt>
                <c:pt idx="134">
                  <c:v>0.019230917</c:v>
                </c:pt>
                <c:pt idx="135">
                  <c:v>0.02032357</c:v>
                </c:pt>
                <c:pt idx="136">
                  <c:v>0.022698648</c:v>
                </c:pt>
                <c:pt idx="137">
                  <c:v>0.031622775</c:v>
                </c:pt>
                <c:pt idx="138">
                  <c:v>0.03250873</c:v>
                </c:pt>
                <c:pt idx="139">
                  <c:v>0.030760968</c:v>
                </c:pt>
                <c:pt idx="140">
                  <c:v>0.034355793</c:v>
                </c:pt>
                <c:pt idx="141">
                  <c:v>0.041686937</c:v>
                </c:pt>
                <c:pt idx="142">
                  <c:v>0.038370725</c:v>
                </c:pt>
                <c:pt idx="143">
                  <c:v>0.034355793</c:v>
                </c:pt>
                <c:pt idx="144">
                  <c:v>0.040550854</c:v>
                </c:pt>
                <c:pt idx="145">
                  <c:v>0.026061535</c:v>
                </c:pt>
                <c:pt idx="146">
                  <c:v>0.024660394</c:v>
                </c:pt>
                <c:pt idx="147">
                  <c:v>0.025351286</c:v>
                </c:pt>
                <c:pt idx="148">
                  <c:v>0.019769697</c:v>
                </c:pt>
                <c:pt idx="149">
                  <c:v>0.021478305</c:v>
                </c:pt>
                <c:pt idx="150">
                  <c:v>0.022080047</c:v>
                </c:pt>
                <c:pt idx="151">
                  <c:v>0.01870682</c:v>
                </c:pt>
                <c:pt idx="152">
                  <c:v>0.015848933</c:v>
                </c:pt>
                <c:pt idx="153">
                  <c:v>0.01819701</c:v>
                </c:pt>
                <c:pt idx="154">
                  <c:v>0.0040926067</c:v>
                </c:pt>
                <c:pt idx="155">
                  <c:v>0.0039810715</c:v>
                </c:pt>
                <c:pt idx="156">
                  <c:v>0.004446313</c:v>
                </c:pt>
                <c:pt idx="157">
                  <c:v>0.004830588</c:v>
                </c:pt>
                <c:pt idx="158">
                  <c:v>0.006194411</c:v>
                </c:pt>
                <c:pt idx="159">
                  <c:v>0.0043251384</c:v>
                </c:pt>
                <c:pt idx="160">
                  <c:v>0.016749429</c:v>
                </c:pt>
                <c:pt idx="161">
                  <c:v>0.017218687</c:v>
                </c:pt>
                <c:pt idx="162">
                  <c:v>0.01770109</c:v>
                </c:pt>
                <c:pt idx="163">
                  <c:v>0.01870682</c:v>
                </c:pt>
                <c:pt idx="164">
                  <c:v>0.02032357</c:v>
                </c:pt>
                <c:pt idx="165">
                  <c:v>0.021478305</c:v>
                </c:pt>
                <c:pt idx="166">
                  <c:v>0.023988329</c:v>
                </c:pt>
                <c:pt idx="167">
                  <c:v>0.024660394</c:v>
                </c:pt>
                <c:pt idx="168">
                  <c:v>0.030760968</c:v>
                </c:pt>
                <c:pt idx="169">
                  <c:v>0.030760968</c:v>
                </c:pt>
                <c:pt idx="170">
                  <c:v>0.029922646</c:v>
                </c:pt>
                <c:pt idx="171">
                  <c:v>0.033419505</c:v>
                </c:pt>
                <c:pt idx="172">
                  <c:v>0.037325017</c:v>
                </c:pt>
                <c:pt idx="173">
                  <c:v>0.03944573</c:v>
                </c:pt>
                <c:pt idx="174">
                  <c:v>0.038370725</c:v>
                </c:pt>
                <c:pt idx="175">
                  <c:v>0.040550854</c:v>
                </c:pt>
                <c:pt idx="176">
                  <c:v>0.036307804</c:v>
                </c:pt>
                <c:pt idx="177">
                  <c:v>0.03531832</c:v>
                </c:pt>
                <c:pt idx="178">
                  <c:v>0.037325017</c:v>
                </c:pt>
                <c:pt idx="179">
                  <c:v>0.03250873</c:v>
                </c:pt>
                <c:pt idx="180">
                  <c:v>0.031622775</c:v>
                </c:pt>
                <c:pt idx="181">
                  <c:v>0.033419505</c:v>
                </c:pt>
                <c:pt idx="182">
                  <c:v>0.02831392</c:v>
                </c:pt>
                <c:pt idx="183">
                  <c:v>0.026061535</c:v>
                </c:pt>
                <c:pt idx="184">
                  <c:v>0.031622775</c:v>
                </c:pt>
                <c:pt idx="185">
                  <c:v>0.033419505</c:v>
                </c:pt>
                <c:pt idx="186">
                  <c:v>0.02831392</c:v>
                </c:pt>
                <c:pt idx="187">
                  <c:v>0.023988329</c:v>
                </c:pt>
                <c:pt idx="188">
                  <c:v>0.0040926067</c:v>
                </c:pt>
                <c:pt idx="189">
                  <c:v>0.0049659233</c:v>
                </c:pt>
                <c:pt idx="190">
                  <c:v>0.0052480744</c:v>
                </c:pt>
                <c:pt idx="191">
                  <c:v>0.005701643</c:v>
                </c:pt>
                <c:pt idx="192">
                  <c:v>0.006025596</c:v>
                </c:pt>
                <c:pt idx="193">
                  <c:v>0.004570882</c:v>
                </c:pt>
                <c:pt idx="194">
                  <c:v>0.01629296</c:v>
                </c:pt>
                <c:pt idx="195">
                  <c:v>0.015417005</c:v>
                </c:pt>
                <c:pt idx="196">
                  <c:v>0.01819701</c:v>
                </c:pt>
                <c:pt idx="197">
                  <c:v>0.01819701</c:v>
                </c:pt>
                <c:pt idx="198">
                  <c:v>0.02032357</c:v>
                </c:pt>
                <c:pt idx="199">
                  <c:v>0.021478305</c:v>
                </c:pt>
                <c:pt idx="200">
                  <c:v>0.022080047</c:v>
                </c:pt>
                <c:pt idx="201">
                  <c:v>0.022080047</c:v>
                </c:pt>
                <c:pt idx="202">
                  <c:v>0.025351286</c:v>
                </c:pt>
                <c:pt idx="203">
                  <c:v>0.025351286</c:v>
                </c:pt>
                <c:pt idx="204">
                  <c:v>0.02831392</c:v>
                </c:pt>
                <c:pt idx="205">
                  <c:v>0.026791682</c:v>
                </c:pt>
                <c:pt idx="206">
                  <c:v>0.029922646</c:v>
                </c:pt>
                <c:pt idx="207">
                  <c:v>0.034355793</c:v>
                </c:pt>
                <c:pt idx="208">
                  <c:v>0.037325017</c:v>
                </c:pt>
                <c:pt idx="209">
                  <c:v>0.036307804</c:v>
                </c:pt>
                <c:pt idx="210">
                  <c:v>0.042854853</c:v>
                </c:pt>
                <c:pt idx="211">
                  <c:v>0.049203955</c:v>
                </c:pt>
                <c:pt idx="212">
                  <c:v>0.056493696</c:v>
                </c:pt>
                <c:pt idx="213">
                  <c:v>0.038370725</c:v>
                </c:pt>
                <c:pt idx="214">
                  <c:v>0.042854853</c:v>
                </c:pt>
                <c:pt idx="215">
                  <c:v>0.04528976</c:v>
                </c:pt>
                <c:pt idx="216">
                  <c:v>0.038370725</c:v>
                </c:pt>
                <c:pt idx="217">
                  <c:v>0.044055488</c:v>
                </c:pt>
                <c:pt idx="218">
                  <c:v>0.04655861</c:v>
                </c:pt>
                <c:pt idx="219">
                  <c:v>0.033419505</c:v>
                </c:pt>
                <c:pt idx="220">
                  <c:v>0.031622775</c:v>
                </c:pt>
                <c:pt idx="221">
                  <c:v>0.029107172</c:v>
                </c:pt>
                <c:pt idx="222">
                  <c:v>0.023988329</c:v>
                </c:pt>
                <c:pt idx="223">
                  <c:v>0.0049659233</c:v>
                </c:pt>
                <c:pt idx="224">
                  <c:v>0.0027039584</c:v>
                </c:pt>
                <c:pt idx="225">
                  <c:v>0.0036643757</c:v>
                </c:pt>
                <c:pt idx="226">
                  <c:v>0.005546257</c:v>
                </c:pt>
                <c:pt idx="227">
                  <c:v>0.0052480744</c:v>
                </c:pt>
                <c:pt idx="228">
                  <c:v>0.01629296</c:v>
                </c:pt>
                <c:pt idx="229">
                  <c:v>0.019230917</c:v>
                </c:pt>
                <c:pt idx="230">
                  <c:v>0.019769697</c:v>
                </c:pt>
                <c:pt idx="231">
                  <c:v>0.019769697</c:v>
                </c:pt>
                <c:pt idx="232">
                  <c:v>0.022080047</c:v>
                </c:pt>
                <c:pt idx="233">
                  <c:v>0.026061535</c:v>
                </c:pt>
                <c:pt idx="234">
                  <c:v>0.020892961</c:v>
                </c:pt>
                <c:pt idx="235">
                  <c:v>0.022080047</c:v>
                </c:pt>
                <c:pt idx="236">
                  <c:v>0.025351286</c:v>
                </c:pt>
                <c:pt idx="237">
                  <c:v>0.029107172</c:v>
                </c:pt>
                <c:pt idx="238">
                  <c:v>0.037325017</c:v>
                </c:pt>
                <c:pt idx="239">
                  <c:v>0.037325017</c:v>
                </c:pt>
                <c:pt idx="240">
                  <c:v>0.04528976</c:v>
                </c:pt>
                <c:pt idx="241">
                  <c:v>0.050582465</c:v>
                </c:pt>
                <c:pt idx="242">
                  <c:v>0.050582465</c:v>
                </c:pt>
                <c:pt idx="243">
                  <c:v>0.04655861</c:v>
                </c:pt>
                <c:pt idx="244">
                  <c:v>0.041686937</c:v>
                </c:pt>
                <c:pt idx="245">
                  <c:v>0.04528976</c:v>
                </c:pt>
                <c:pt idx="246">
                  <c:v>0.044055488</c:v>
                </c:pt>
                <c:pt idx="247">
                  <c:v>0.0519996</c:v>
                </c:pt>
                <c:pt idx="248">
                  <c:v>0.04655861</c:v>
                </c:pt>
                <c:pt idx="249">
                  <c:v>0.03250873</c:v>
                </c:pt>
                <c:pt idx="250">
                  <c:v>0.03250873</c:v>
                </c:pt>
                <c:pt idx="251">
                  <c:v>0.03250873</c:v>
                </c:pt>
                <c:pt idx="252">
                  <c:v>0.029922646</c:v>
                </c:pt>
                <c:pt idx="253">
                  <c:v>0.029922646</c:v>
                </c:pt>
                <c:pt idx="254">
                  <c:v>0.031622775</c:v>
                </c:pt>
                <c:pt idx="255">
                  <c:v>0.026791682</c:v>
                </c:pt>
                <c:pt idx="256">
                  <c:v>0.01342765</c:v>
                </c:pt>
                <c:pt idx="257">
                  <c:v>0.009120109</c:v>
                </c:pt>
                <c:pt idx="258">
                  <c:v>0.0029376496</c:v>
                </c:pt>
                <c:pt idx="259">
                  <c:v>0.004698941</c:v>
                </c:pt>
                <c:pt idx="260">
                  <c:v>0.005701643</c:v>
                </c:pt>
                <c:pt idx="261">
                  <c:v>0.006546362</c:v>
                </c:pt>
                <c:pt idx="262">
                  <c:v>0.015848933</c:v>
                </c:pt>
                <c:pt idx="263">
                  <c:v>0.019230917</c:v>
                </c:pt>
                <c:pt idx="264">
                  <c:v>0.01770109</c:v>
                </c:pt>
                <c:pt idx="265">
                  <c:v>0.016749429</c:v>
                </c:pt>
                <c:pt idx="266">
                  <c:v>0.01870682</c:v>
                </c:pt>
                <c:pt idx="267">
                  <c:v>0.020892961</c:v>
                </c:pt>
                <c:pt idx="268">
                  <c:v>0.024660394</c:v>
                </c:pt>
                <c:pt idx="269">
                  <c:v>0.023334581</c:v>
                </c:pt>
                <c:pt idx="270">
                  <c:v>0.02831392</c:v>
                </c:pt>
                <c:pt idx="271">
                  <c:v>0.023334581</c:v>
                </c:pt>
                <c:pt idx="272">
                  <c:v>0.02831392</c:v>
                </c:pt>
                <c:pt idx="273">
                  <c:v>0.036307804</c:v>
                </c:pt>
                <c:pt idx="274">
                  <c:v>0.030760968</c:v>
                </c:pt>
                <c:pt idx="275">
                  <c:v>0.033419505</c:v>
                </c:pt>
                <c:pt idx="276">
                  <c:v>0.04655861</c:v>
                </c:pt>
                <c:pt idx="277">
                  <c:v>0.053456437</c:v>
                </c:pt>
                <c:pt idx="278">
                  <c:v>0.05495409</c:v>
                </c:pt>
                <c:pt idx="279">
                  <c:v>0.041686937</c:v>
                </c:pt>
                <c:pt idx="280">
                  <c:v>0.04786301</c:v>
                </c:pt>
                <c:pt idx="281">
                  <c:v>0.040550854</c:v>
                </c:pt>
                <c:pt idx="282">
                  <c:v>0.050582465</c:v>
                </c:pt>
                <c:pt idx="283">
                  <c:v>0.050582465</c:v>
                </c:pt>
                <c:pt idx="284">
                  <c:v>0.044055488</c:v>
                </c:pt>
                <c:pt idx="285">
                  <c:v>0.038370725</c:v>
                </c:pt>
                <c:pt idx="286">
                  <c:v>0.034355793</c:v>
                </c:pt>
                <c:pt idx="287">
                  <c:v>0.029922646</c:v>
                </c:pt>
                <c:pt idx="288">
                  <c:v>0.029107172</c:v>
                </c:pt>
                <c:pt idx="289">
                  <c:v>0.029922646</c:v>
                </c:pt>
                <c:pt idx="290">
                  <c:v>0.026791682</c:v>
                </c:pt>
                <c:pt idx="291">
                  <c:v>0.019230917</c:v>
                </c:pt>
                <c:pt idx="292">
                  <c:v>0.0018879913</c:v>
                </c:pt>
                <c:pt idx="293">
                  <c:v>0.002558586</c:v>
                </c:pt>
                <c:pt idx="294">
                  <c:v>0.003767038</c:v>
                </c:pt>
                <c:pt idx="295">
                  <c:v>0.0067297667</c:v>
                </c:pt>
                <c:pt idx="296">
                  <c:v>0.006025596</c:v>
                </c:pt>
                <c:pt idx="297">
                  <c:v>0.0058613815</c:v>
                </c:pt>
                <c:pt idx="298">
                  <c:v>0.0058613815</c:v>
                </c:pt>
                <c:pt idx="299">
                  <c:v>0.020892961</c:v>
                </c:pt>
                <c:pt idx="300">
                  <c:v>0.01770109</c:v>
                </c:pt>
                <c:pt idx="301">
                  <c:v>0.01819701</c:v>
                </c:pt>
                <c:pt idx="302">
                  <c:v>0.015848933</c:v>
                </c:pt>
                <c:pt idx="303">
                  <c:v>0.01629296</c:v>
                </c:pt>
                <c:pt idx="304">
                  <c:v>0.01770109</c:v>
                </c:pt>
                <c:pt idx="305">
                  <c:v>0.01770109</c:v>
                </c:pt>
                <c:pt idx="306">
                  <c:v>0.019769697</c:v>
                </c:pt>
                <c:pt idx="307">
                  <c:v>0.020892961</c:v>
                </c:pt>
                <c:pt idx="308">
                  <c:v>0.022080047</c:v>
                </c:pt>
                <c:pt idx="309">
                  <c:v>0.023988329</c:v>
                </c:pt>
                <c:pt idx="310">
                  <c:v>0.025351286</c:v>
                </c:pt>
                <c:pt idx="311">
                  <c:v>0.022698648</c:v>
                </c:pt>
                <c:pt idx="312">
                  <c:v>0.027542287</c:v>
                </c:pt>
                <c:pt idx="313">
                  <c:v>0.03531832</c:v>
                </c:pt>
                <c:pt idx="314">
                  <c:v>0.021478305</c:v>
                </c:pt>
                <c:pt idx="315">
                  <c:v>0.029922646</c:v>
                </c:pt>
                <c:pt idx="316">
                  <c:v>0.040550854</c:v>
                </c:pt>
                <c:pt idx="317">
                  <c:v>0.05495409</c:v>
                </c:pt>
                <c:pt idx="318">
                  <c:v>0.042854853</c:v>
                </c:pt>
                <c:pt idx="319">
                  <c:v>0.041686937</c:v>
                </c:pt>
                <c:pt idx="320">
                  <c:v>0.04528976</c:v>
                </c:pt>
                <c:pt idx="321">
                  <c:v>0.037325017</c:v>
                </c:pt>
                <c:pt idx="322">
                  <c:v>0.044055488</c:v>
                </c:pt>
                <c:pt idx="323">
                  <c:v>0.04655861</c:v>
                </c:pt>
                <c:pt idx="324">
                  <c:v>0.050582465</c:v>
                </c:pt>
                <c:pt idx="325">
                  <c:v>0.049203955</c:v>
                </c:pt>
                <c:pt idx="326">
                  <c:v>0.03944573</c:v>
                </c:pt>
                <c:pt idx="327">
                  <c:v>0.033419505</c:v>
                </c:pt>
                <c:pt idx="328">
                  <c:v>0.029922646</c:v>
                </c:pt>
                <c:pt idx="329">
                  <c:v>0.027542287</c:v>
                </c:pt>
                <c:pt idx="330">
                  <c:v>0.025351286</c:v>
                </c:pt>
                <c:pt idx="331">
                  <c:v>0.027542287</c:v>
                </c:pt>
                <c:pt idx="332">
                  <c:v>0.01629296</c:v>
                </c:pt>
                <c:pt idx="333">
                  <c:v>0.003191538</c:v>
                </c:pt>
                <c:pt idx="334">
                  <c:v>0.006025596</c:v>
                </c:pt>
                <c:pt idx="335">
                  <c:v>0.0067297667</c:v>
                </c:pt>
                <c:pt idx="336">
                  <c:v>0.02032357</c:v>
                </c:pt>
                <c:pt idx="337">
                  <c:v>0.023334581</c:v>
                </c:pt>
                <c:pt idx="338">
                  <c:v>0.017218687</c:v>
                </c:pt>
                <c:pt idx="339">
                  <c:v>0.015848933</c:v>
                </c:pt>
                <c:pt idx="340">
                  <c:v>0.01770109</c:v>
                </c:pt>
                <c:pt idx="341">
                  <c:v>0.023988329</c:v>
                </c:pt>
                <c:pt idx="342">
                  <c:v>0.026791682</c:v>
                </c:pt>
                <c:pt idx="343">
                  <c:v>0.02032357</c:v>
                </c:pt>
                <c:pt idx="344">
                  <c:v>0.01819701</c:v>
                </c:pt>
                <c:pt idx="345">
                  <c:v>0.01770109</c:v>
                </c:pt>
                <c:pt idx="346">
                  <c:v>0.01770109</c:v>
                </c:pt>
                <c:pt idx="347">
                  <c:v>0.019769697</c:v>
                </c:pt>
                <c:pt idx="348">
                  <c:v>0.019230917</c:v>
                </c:pt>
                <c:pt idx="349">
                  <c:v>0.01870682</c:v>
                </c:pt>
                <c:pt idx="350">
                  <c:v>0.021478305</c:v>
                </c:pt>
                <c:pt idx="351">
                  <c:v>0.021478305</c:v>
                </c:pt>
                <c:pt idx="352">
                  <c:v>0.022698648</c:v>
                </c:pt>
                <c:pt idx="353">
                  <c:v>0.023334581</c:v>
                </c:pt>
                <c:pt idx="354">
                  <c:v>0.022698648</c:v>
                </c:pt>
                <c:pt idx="355">
                  <c:v>0.022080047</c:v>
                </c:pt>
                <c:pt idx="356">
                  <c:v>0.022080047</c:v>
                </c:pt>
                <c:pt idx="357">
                  <c:v>0.023988329</c:v>
                </c:pt>
                <c:pt idx="358">
                  <c:v>0.023988329</c:v>
                </c:pt>
                <c:pt idx="359">
                  <c:v>0.023334581</c:v>
                </c:pt>
                <c:pt idx="360">
                  <c:v>0.022080047</c:v>
                </c:pt>
                <c:pt idx="361">
                  <c:v>0.029107172</c:v>
                </c:pt>
                <c:pt idx="362">
                  <c:v>0.040550854</c:v>
                </c:pt>
                <c:pt idx="363">
                  <c:v>0.020892961</c:v>
                </c:pt>
                <c:pt idx="364">
                  <c:v>0.033419505</c:v>
                </c:pt>
                <c:pt idx="365">
                  <c:v>0.040550854</c:v>
                </c:pt>
                <c:pt idx="366">
                  <c:v>0.044055488</c:v>
                </c:pt>
                <c:pt idx="367">
                  <c:v>0.041686937</c:v>
                </c:pt>
                <c:pt idx="368">
                  <c:v>0.0519996</c:v>
                </c:pt>
                <c:pt idx="369">
                  <c:v>0.04786301</c:v>
                </c:pt>
                <c:pt idx="370">
                  <c:v>0.044055488</c:v>
                </c:pt>
                <c:pt idx="371">
                  <c:v>0.044055488</c:v>
                </c:pt>
                <c:pt idx="372">
                  <c:v>0.04655861</c:v>
                </c:pt>
                <c:pt idx="373">
                  <c:v>0.0519996</c:v>
                </c:pt>
                <c:pt idx="374">
                  <c:v>0.04786301</c:v>
                </c:pt>
                <c:pt idx="375">
                  <c:v>0.03944573</c:v>
                </c:pt>
                <c:pt idx="376">
                  <c:v>0.03250873</c:v>
                </c:pt>
                <c:pt idx="377">
                  <c:v>0.027542287</c:v>
                </c:pt>
                <c:pt idx="378">
                  <c:v>0.026791682</c:v>
                </c:pt>
                <c:pt idx="379">
                  <c:v>0.023334581</c:v>
                </c:pt>
                <c:pt idx="380">
                  <c:v>0.022080047</c:v>
                </c:pt>
                <c:pt idx="381">
                  <c:v>0.01819701</c:v>
                </c:pt>
                <c:pt idx="382">
                  <c:v>0.0040926067</c:v>
                </c:pt>
                <c:pt idx="383">
                  <c:v>0.0040926067</c:v>
                </c:pt>
                <c:pt idx="384">
                  <c:v>0.0069183097</c:v>
                </c:pt>
                <c:pt idx="385">
                  <c:v>0.0067297667</c:v>
                </c:pt>
                <c:pt idx="386">
                  <c:v>0.019230917</c:v>
                </c:pt>
                <c:pt idx="387">
                  <c:v>0.023988329</c:v>
                </c:pt>
                <c:pt idx="388">
                  <c:v>0.021478305</c:v>
                </c:pt>
                <c:pt idx="389">
                  <c:v>0.02032357</c:v>
                </c:pt>
                <c:pt idx="390">
                  <c:v>0.020892961</c:v>
                </c:pt>
                <c:pt idx="391">
                  <c:v>0.030760968</c:v>
                </c:pt>
                <c:pt idx="392">
                  <c:v>0.036307804</c:v>
                </c:pt>
                <c:pt idx="393">
                  <c:v>0.029922646</c:v>
                </c:pt>
                <c:pt idx="394">
                  <c:v>0.021478305</c:v>
                </c:pt>
                <c:pt idx="395">
                  <c:v>0.016749429</c:v>
                </c:pt>
                <c:pt idx="396">
                  <c:v>0.01870682</c:v>
                </c:pt>
                <c:pt idx="397">
                  <c:v>0.01870682</c:v>
                </c:pt>
                <c:pt idx="398">
                  <c:v>0.01819701</c:v>
                </c:pt>
                <c:pt idx="399">
                  <c:v>0.019769697</c:v>
                </c:pt>
                <c:pt idx="400">
                  <c:v>0.01819701</c:v>
                </c:pt>
                <c:pt idx="401">
                  <c:v>0.022698648</c:v>
                </c:pt>
                <c:pt idx="402">
                  <c:v>0.020892961</c:v>
                </c:pt>
                <c:pt idx="403">
                  <c:v>0.023988329</c:v>
                </c:pt>
                <c:pt idx="404">
                  <c:v>0.022080047</c:v>
                </c:pt>
                <c:pt idx="405">
                  <c:v>0.019769697</c:v>
                </c:pt>
                <c:pt idx="406">
                  <c:v>0.022698648</c:v>
                </c:pt>
                <c:pt idx="407">
                  <c:v>0.026791682</c:v>
                </c:pt>
                <c:pt idx="408">
                  <c:v>0.033419505</c:v>
                </c:pt>
                <c:pt idx="409">
                  <c:v>0.031622775</c:v>
                </c:pt>
                <c:pt idx="410">
                  <c:v>0.030760968</c:v>
                </c:pt>
                <c:pt idx="411">
                  <c:v>0.029922646</c:v>
                </c:pt>
                <c:pt idx="412">
                  <c:v>0.023988329</c:v>
                </c:pt>
                <c:pt idx="413">
                  <c:v>0.025351286</c:v>
                </c:pt>
                <c:pt idx="414">
                  <c:v>0.02831392</c:v>
                </c:pt>
                <c:pt idx="415">
                  <c:v>0.029922646</c:v>
                </c:pt>
                <c:pt idx="416">
                  <c:v>0.03531832</c:v>
                </c:pt>
                <c:pt idx="417">
                  <c:v>0.036307804</c:v>
                </c:pt>
                <c:pt idx="418">
                  <c:v>0.056493696</c:v>
                </c:pt>
                <c:pt idx="419">
                  <c:v>0.03531832</c:v>
                </c:pt>
                <c:pt idx="420">
                  <c:v>0.03944573</c:v>
                </c:pt>
                <c:pt idx="421">
                  <c:v>0.049203955</c:v>
                </c:pt>
                <c:pt idx="422">
                  <c:v>0.037325017</c:v>
                </c:pt>
                <c:pt idx="423">
                  <c:v>0.041686937</c:v>
                </c:pt>
                <c:pt idx="424">
                  <c:v>0.0519996</c:v>
                </c:pt>
                <c:pt idx="425">
                  <c:v>0.0519996</c:v>
                </c:pt>
                <c:pt idx="426">
                  <c:v>0.0519996</c:v>
                </c:pt>
                <c:pt idx="427">
                  <c:v>0.053456437</c:v>
                </c:pt>
                <c:pt idx="428">
                  <c:v>0.049203955</c:v>
                </c:pt>
                <c:pt idx="429">
                  <c:v>0.044055488</c:v>
                </c:pt>
                <c:pt idx="430">
                  <c:v>0.038370725</c:v>
                </c:pt>
                <c:pt idx="431">
                  <c:v>0.037325017</c:v>
                </c:pt>
                <c:pt idx="432">
                  <c:v>0.03250873</c:v>
                </c:pt>
                <c:pt idx="433">
                  <c:v>0.031622775</c:v>
                </c:pt>
                <c:pt idx="434">
                  <c:v>0.026791682</c:v>
                </c:pt>
                <c:pt idx="435">
                  <c:v>0.022698648</c:v>
                </c:pt>
                <c:pt idx="436">
                  <c:v>0.022080047</c:v>
                </c:pt>
                <c:pt idx="437">
                  <c:v>0.01819701</c:v>
                </c:pt>
                <c:pt idx="438">
                  <c:v>0.017218687</c:v>
                </c:pt>
                <c:pt idx="439">
                  <c:v>0.0031045596</c:v>
                </c:pt>
                <c:pt idx="440">
                  <c:v>0.0042072665</c:v>
                </c:pt>
                <c:pt idx="441">
                  <c:v>0.004446313</c:v>
                </c:pt>
                <c:pt idx="442">
                  <c:v>0.0028575906</c:v>
                </c:pt>
                <c:pt idx="443">
                  <c:v>0.003280953</c:v>
                </c:pt>
                <c:pt idx="444">
                  <c:v>0.0039810715</c:v>
                </c:pt>
                <c:pt idx="445">
                  <c:v>0.006546362</c:v>
                </c:pt>
                <c:pt idx="446">
                  <c:v>0.0063679554</c:v>
                </c:pt>
                <c:pt idx="447">
                  <c:v>0.006025596</c:v>
                </c:pt>
                <c:pt idx="448">
                  <c:v>0.006194411</c:v>
                </c:pt>
                <c:pt idx="449">
                  <c:v>0.006546362</c:v>
                </c:pt>
                <c:pt idx="450">
                  <c:v>0.022698648</c:v>
                </c:pt>
                <c:pt idx="451">
                  <c:v>0.022698648</c:v>
                </c:pt>
                <c:pt idx="452">
                  <c:v>0.023988329</c:v>
                </c:pt>
                <c:pt idx="453">
                  <c:v>0.027542287</c:v>
                </c:pt>
                <c:pt idx="454">
                  <c:v>0.03250873</c:v>
                </c:pt>
                <c:pt idx="455">
                  <c:v>0.040550854</c:v>
                </c:pt>
                <c:pt idx="456">
                  <c:v>0.04655861</c:v>
                </c:pt>
                <c:pt idx="457">
                  <c:v>0.040550854</c:v>
                </c:pt>
                <c:pt idx="458">
                  <c:v>0.027542287</c:v>
                </c:pt>
                <c:pt idx="459">
                  <c:v>0.021478305</c:v>
                </c:pt>
                <c:pt idx="460">
                  <c:v>0.023334581</c:v>
                </c:pt>
                <c:pt idx="461">
                  <c:v>0.020892961</c:v>
                </c:pt>
                <c:pt idx="462">
                  <c:v>0.02032357</c:v>
                </c:pt>
                <c:pt idx="463">
                  <c:v>0.022080047</c:v>
                </c:pt>
                <c:pt idx="464">
                  <c:v>0.031622775</c:v>
                </c:pt>
                <c:pt idx="465">
                  <c:v>0.029107172</c:v>
                </c:pt>
                <c:pt idx="466">
                  <c:v>0.030760968</c:v>
                </c:pt>
                <c:pt idx="467">
                  <c:v>0.030760968</c:v>
                </c:pt>
                <c:pt idx="468">
                  <c:v>0.025351286</c:v>
                </c:pt>
                <c:pt idx="469">
                  <c:v>0.030760968</c:v>
                </c:pt>
                <c:pt idx="470">
                  <c:v>0.026061535</c:v>
                </c:pt>
                <c:pt idx="471">
                  <c:v>0.026061535</c:v>
                </c:pt>
                <c:pt idx="472">
                  <c:v>0.020892961</c:v>
                </c:pt>
                <c:pt idx="473">
                  <c:v>0.023988329</c:v>
                </c:pt>
                <c:pt idx="474">
                  <c:v>0.026791682</c:v>
                </c:pt>
                <c:pt idx="475">
                  <c:v>0.03531832</c:v>
                </c:pt>
                <c:pt idx="476">
                  <c:v>0.033419505</c:v>
                </c:pt>
                <c:pt idx="477">
                  <c:v>0.037325017</c:v>
                </c:pt>
                <c:pt idx="478">
                  <c:v>0.040550854</c:v>
                </c:pt>
                <c:pt idx="479">
                  <c:v>0.026791682</c:v>
                </c:pt>
                <c:pt idx="480">
                  <c:v>0.026791682</c:v>
                </c:pt>
                <c:pt idx="481">
                  <c:v>0.03250873</c:v>
                </c:pt>
                <c:pt idx="482">
                  <c:v>0.033419505</c:v>
                </c:pt>
                <c:pt idx="483">
                  <c:v>0.049203955</c:v>
                </c:pt>
                <c:pt idx="484">
                  <c:v>0.049203955</c:v>
                </c:pt>
                <c:pt idx="485">
                  <c:v>0.06309573</c:v>
                </c:pt>
                <c:pt idx="486">
                  <c:v>0.053456437</c:v>
                </c:pt>
                <c:pt idx="487">
                  <c:v>0.049203955</c:v>
                </c:pt>
                <c:pt idx="488">
                  <c:v>0.06309573</c:v>
                </c:pt>
                <c:pt idx="489">
                  <c:v>0.0613762</c:v>
                </c:pt>
                <c:pt idx="490">
                  <c:v>0.04655861</c:v>
                </c:pt>
                <c:pt idx="491">
                  <c:v>0.0519996</c:v>
                </c:pt>
                <c:pt idx="492">
                  <c:v>0.05495409</c:v>
                </c:pt>
                <c:pt idx="493">
                  <c:v>0.053456437</c:v>
                </c:pt>
                <c:pt idx="494">
                  <c:v>0.056493696</c:v>
                </c:pt>
                <c:pt idx="495">
                  <c:v>0.0519996</c:v>
                </c:pt>
                <c:pt idx="496">
                  <c:v>0.040550854</c:v>
                </c:pt>
                <c:pt idx="497">
                  <c:v>0.03531832</c:v>
                </c:pt>
                <c:pt idx="498">
                  <c:v>0.036307804</c:v>
                </c:pt>
                <c:pt idx="499">
                  <c:v>0.036307804</c:v>
                </c:pt>
                <c:pt idx="500">
                  <c:v>0.037325017</c:v>
                </c:pt>
                <c:pt idx="501">
                  <c:v>0.031622775</c:v>
                </c:pt>
                <c:pt idx="502">
                  <c:v>0.023988329</c:v>
                </c:pt>
                <c:pt idx="503">
                  <c:v>0.019769697</c:v>
                </c:pt>
                <c:pt idx="504">
                  <c:v>0.019230917</c:v>
                </c:pt>
                <c:pt idx="505">
                  <c:v>0.01770109</c:v>
                </c:pt>
                <c:pt idx="506">
                  <c:v>0.00510505</c:v>
                </c:pt>
                <c:pt idx="507">
                  <c:v>0.0014723125</c:v>
                </c:pt>
                <c:pt idx="508">
                  <c:v>0.0027039584</c:v>
                </c:pt>
                <c:pt idx="509">
                  <c:v>0.005701643</c:v>
                </c:pt>
                <c:pt idx="510">
                  <c:v>0.006025596</c:v>
                </c:pt>
                <c:pt idx="511">
                  <c:v>0.0063679554</c:v>
                </c:pt>
                <c:pt idx="512">
                  <c:v>0.0058613815</c:v>
                </c:pt>
                <c:pt idx="513">
                  <c:v>0.006546362</c:v>
                </c:pt>
                <c:pt idx="514">
                  <c:v>0.022698648</c:v>
                </c:pt>
                <c:pt idx="515">
                  <c:v>0.024660394</c:v>
                </c:pt>
                <c:pt idx="516">
                  <c:v>0.034355793</c:v>
                </c:pt>
                <c:pt idx="517">
                  <c:v>0.029922646</c:v>
                </c:pt>
                <c:pt idx="518">
                  <c:v>0.044055488</c:v>
                </c:pt>
                <c:pt idx="519">
                  <c:v>0.0519996</c:v>
                </c:pt>
                <c:pt idx="520">
                  <c:v>0.050582465</c:v>
                </c:pt>
                <c:pt idx="521">
                  <c:v>0.04528976</c:v>
                </c:pt>
                <c:pt idx="522">
                  <c:v>0.033419505</c:v>
                </c:pt>
                <c:pt idx="523">
                  <c:v>0.026791682</c:v>
                </c:pt>
                <c:pt idx="524">
                  <c:v>0.026791682</c:v>
                </c:pt>
                <c:pt idx="525">
                  <c:v>0.026061535</c:v>
                </c:pt>
                <c:pt idx="526">
                  <c:v>0.023334581</c:v>
                </c:pt>
                <c:pt idx="527">
                  <c:v>0.027542287</c:v>
                </c:pt>
                <c:pt idx="528">
                  <c:v>0.036307804</c:v>
                </c:pt>
                <c:pt idx="529">
                  <c:v>0.040550854</c:v>
                </c:pt>
                <c:pt idx="530">
                  <c:v>0.04528976</c:v>
                </c:pt>
                <c:pt idx="531">
                  <c:v>0.041686937</c:v>
                </c:pt>
                <c:pt idx="532">
                  <c:v>0.042854853</c:v>
                </c:pt>
                <c:pt idx="533">
                  <c:v>0.04655861</c:v>
                </c:pt>
                <c:pt idx="534">
                  <c:v>0.03531832</c:v>
                </c:pt>
                <c:pt idx="535">
                  <c:v>0.036307804</c:v>
                </c:pt>
                <c:pt idx="536">
                  <c:v>0.02831392</c:v>
                </c:pt>
                <c:pt idx="537">
                  <c:v>0.029107172</c:v>
                </c:pt>
                <c:pt idx="538">
                  <c:v>0.03250873</c:v>
                </c:pt>
                <c:pt idx="539">
                  <c:v>0.034355793</c:v>
                </c:pt>
                <c:pt idx="540">
                  <c:v>0.034355793</c:v>
                </c:pt>
                <c:pt idx="541">
                  <c:v>0.038370725</c:v>
                </c:pt>
                <c:pt idx="542">
                  <c:v>0.042854853</c:v>
                </c:pt>
                <c:pt idx="543">
                  <c:v>0.03250873</c:v>
                </c:pt>
                <c:pt idx="544">
                  <c:v>0.02831392</c:v>
                </c:pt>
                <c:pt idx="545">
                  <c:v>0.030760968</c:v>
                </c:pt>
                <c:pt idx="546">
                  <c:v>0.03250873</c:v>
                </c:pt>
                <c:pt idx="547">
                  <c:v>0.041686937</c:v>
                </c:pt>
                <c:pt idx="548">
                  <c:v>0.0519996</c:v>
                </c:pt>
                <c:pt idx="549">
                  <c:v>0.056493696</c:v>
                </c:pt>
                <c:pt idx="550">
                  <c:v>0.056493696</c:v>
                </c:pt>
                <c:pt idx="551">
                  <c:v>0.050582465</c:v>
                </c:pt>
                <c:pt idx="552">
                  <c:v>0.05807644</c:v>
                </c:pt>
                <c:pt idx="553">
                  <c:v>0.056493696</c:v>
                </c:pt>
                <c:pt idx="554">
                  <c:v>0.041686937</c:v>
                </c:pt>
                <c:pt idx="555">
                  <c:v>0.050582465</c:v>
                </c:pt>
                <c:pt idx="556">
                  <c:v>0.050582465</c:v>
                </c:pt>
                <c:pt idx="557">
                  <c:v>0.0519996</c:v>
                </c:pt>
                <c:pt idx="558">
                  <c:v>0.04786301</c:v>
                </c:pt>
                <c:pt idx="559">
                  <c:v>0.050582465</c:v>
                </c:pt>
                <c:pt idx="560">
                  <c:v>0.042854853</c:v>
                </c:pt>
                <c:pt idx="561">
                  <c:v>0.037325017</c:v>
                </c:pt>
                <c:pt idx="562">
                  <c:v>0.03531832</c:v>
                </c:pt>
                <c:pt idx="563">
                  <c:v>0.038370725</c:v>
                </c:pt>
                <c:pt idx="564">
                  <c:v>0.038370725</c:v>
                </c:pt>
                <c:pt idx="565">
                  <c:v>0.030760968</c:v>
                </c:pt>
                <c:pt idx="566">
                  <c:v>0.023988329</c:v>
                </c:pt>
                <c:pt idx="567">
                  <c:v>0.02032357</c:v>
                </c:pt>
                <c:pt idx="568">
                  <c:v>0.022698648</c:v>
                </c:pt>
                <c:pt idx="569">
                  <c:v>0.0043251384</c:v>
                </c:pt>
                <c:pt idx="570">
                  <c:v>0.0029376496</c:v>
                </c:pt>
                <c:pt idx="571">
                  <c:v>0.002558586</c:v>
                </c:pt>
                <c:pt idx="572">
                  <c:v>0.0024210291</c:v>
                </c:pt>
                <c:pt idx="573">
                  <c:v>0.0029376496</c:v>
                </c:pt>
                <c:pt idx="574">
                  <c:v>0.0036643757</c:v>
                </c:pt>
                <c:pt idx="575">
                  <c:v>0.004698941</c:v>
                </c:pt>
                <c:pt idx="576">
                  <c:v>0.0052480744</c:v>
                </c:pt>
                <c:pt idx="577">
                  <c:v>0.005546257</c:v>
                </c:pt>
                <c:pt idx="578">
                  <c:v>0.005701643</c:v>
                </c:pt>
                <c:pt idx="579">
                  <c:v>0.0058613815</c:v>
                </c:pt>
                <c:pt idx="580">
                  <c:v>0.005701643</c:v>
                </c:pt>
                <c:pt idx="581">
                  <c:v>0.0058613815</c:v>
                </c:pt>
                <c:pt idx="582">
                  <c:v>0.006025596</c:v>
                </c:pt>
                <c:pt idx="583">
                  <c:v>0.006546362</c:v>
                </c:pt>
                <c:pt idx="584">
                  <c:v>0.01770109</c:v>
                </c:pt>
                <c:pt idx="585">
                  <c:v>0.01870682</c:v>
                </c:pt>
                <c:pt idx="586">
                  <c:v>0.026061535</c:v>
                </c:pt>
                <c:pt idx="587">
                  <c:v>0.027542287</c:v>
                </c:pt>
                <c:pt idx="588">
                  <c:v>0.04655861</c:v>
                </c:pt>
                <c:pt idx="589">
                  <c:v>0.03944573</c:v>
                </c:pt>
                <c:pt idx="590">
                  <c:v>0.04786301</c:v>
                </c:pt>
                <c:pt idx="591">
                  <c:v>0.05495409</c:v>
                </c:pt>
                <c:pt idx="592">
                  <c:v>0.05495409</c:v>
                </c:pt>
                <c:pt idx="593">
                  <c:v>0.04786301</c:v>
                </c:pt>
                <c:pt idx="594">
                  <c:v>0.036307804</c:v>
                </c:pt>
                <c:pt idx="595">
                  <c:v>0.029107172</c:v>
                </c:pt>
                <c:pt idx="596">
                  <c:v>0.031622775</c:v>
                </c:pt>
                <c:pt idx="597">
                  <c:v>0.03531832</c:v>
                </c:pt>
                <c:pt idx="598">
                  <c:v>0.027542287</c:v>
                </c:pt>
                <c:pt idx="599">
                  <c:v>0.029922646</c:v>
                </c:pt>
                <c:pt idx="600">
                  <c:v>0.037325017</c:v>
                </c:pt>
                <c:pt idx="601">
                  <c:v>0.042854853</c:v>
                </c:pt>
                <c:pt idx="602">
                  <c:v>0.042854853</c:v>
                </c:pt>
                <c:pt idx="603">
                  <c:v>0.044055488</c:v>
                </c:pt>
                <c:pt idx="604">
                  <c:v>0.041686937</c:v>
                </c:pt>
                <c:pt idx="605">
                  <c:v>0.042854853</c:v>
                </c:pt>
                <c:pt idx="606">
                  <c:v>0.042854853</c:v>
                </c:pt>
                <c:pt idx="607">
                  <c:v>0.042854853</c:v>
                </c:pt>
                <c:pt idx="608">
                  <c:v>0.037325017</c:v>
                </c:pt>
                <c:pt idx="609">
                  <c:v>0.029107172</c:v>
                </c:pt>
                <c:pt idx="610">
                  <c:v>0.03531832</c:v>
                </c:pt>
                <c:pt idx="611">
                  <c:v>0.036307804</c:v>
                </c:pt>
                <c:pt idx="612">
                  <c:v>0.033419505</c:v>
                </c:pt>
                <c:pt idx="613">
                  <c:v>0.03531832</c:v>
                </c:pt>
                <c:pt idx="614">
                  <c:v>0.040550854</c:v>
                </c:pt>
                <c:pt idx="615">
                  <c:v>0.040550854</c:v>
                </c:pt>
                <c:pt idx="616">
                  <c:v>0.034355793</c:v>
                </c:pt>
                <c:pt idx="617">
                  <c:v>0.029922646</c:v>
                </c:pt>
                <c:pt idx="618">
                  <c:v>0.037325017</c:v>
                </c:pt>
                <c:pt idx="619">
                  <c:v>0.03250873</c:v>
                </c:pt>
                <c:pt idx="620">
                  <c:v>0.042854853</c:v>
                </c:pt>
                <c:pt idx="621">
                  <c:v>0.04786301</c:v>
                </c:pt>
                <c:pt idx="622">
                  <c:v>0.04786301</c:v>
                </c:pt>
                <c:pt idx="623">
                  <c:v>0.04528976</c:v>
                </c:pt>
                <c:pt idx="624">
                  <c:v>0.05495409</c:v>
                </c:pt>
                <c:pt idx="625">
                  <c:v>0.05495409</c:v>
                </c:pt>
                <c:pt idx="626">
                  <c:v>0.04655861</c:v>
                </c:pt>
                <c:pt idx="627">
                  <c:v>0.04528976</c:v>
                </c:pt>
                <c:pt idx="628">
                  <c:v>0.04528976</c:v>
                </c:pt>
                <c:pt idx="629">
                  <c:v>0.04786301</c:v>
                </c:pt>
                <c:pt idx="630">
                  <c:v>0.03944573</c:v>
                </c:pt>
                <c:pt idx="631">
                  <c:v>0.04786301</c:v>
                </c:pt>
                <c:pt idx="632">
                  <c:v>0.04655861</c:v>
                </c:pt>
                <c:pt idx="633">
                  <c:v>0.03944573</c:v>
                </c:pt>
                <c:pt idx="634">
                  <c:v>0.03531832</c:v>
                </c:pt>
                <c:pt idx="635">
                  <c:v>0.037325017</c:v>
                </c:pt>
                <c:pt idx="636">
                  <c:v>0.038370725</c:v>
                </c:pt>
                <c:pt idx="637">
                  <c:v>0.029922646</c:v>
                </c:pt>
                <c:pt idx="638">
                  <c:v>0.024660394</c:v>
                </c:pt>
                <c:pt idx="639">
                  <c:v>0.023334581</c:v>
                </c:pt>
                <c:pt idx="640">
                  <c:v>0.022080047</c:v>
                </c:pt>
                <c:pt idx="641">
                  <c:v>0.01770109</c:v>
                </c:pt>
                <c:pt idx="642">
                  <c:v>0.020892961</c:v>
                </c:pt>
                <c:pt idx="643">
                  <c:v>0.0027797134</c:v>
                </c:pt>
                <c:pt idx="644">
                  <c:v>0.0028575906</c:v>
                </c:pt>
                <c:pt idx="645">
                  <c:v>0.002630268</c:v>
                </c:pt>
                <c:pt idx="646">
                  <c:v>0.0028575906</c:v>
                </c:pt>
                <c:pt idx="647">
                  <c:v>0.0030199517</c:v>
                </c:pt>
                <c:pt idx="648">
                  <c:v>0.0028575906</c:v>
                </c:pt>
                <c:pt idx="649">
                  <c:v>0.0042072665</c:v>
                </c:pt>
                <c:pt idx="650">
                  <c:v>0.004830588</c:v>
                </c:pt>
                <c:pt idx="651">
                  <c:v>0.005701643</c:v>
                </c:pt>
                <c:pt idx="652">
                  <c:v>0.0067297667</c:v>
                </c:pt>
                <c:pt idx="653">
                  <c:v>0.0063679554</c:v>
                </c:pt>
                <c:pt idx="654">
                  <c:v>0.0063679554</c:v>
                </c:pt>
                <c:pt idx="655">
                  <c:v>0.005546257</c:v>
                </c:pt>
                <c:pt idx="656">
                  <c:v>0.0049659233</c:v>
                </c:pt>
                <c:pt idx="657">
                  <c:v>0.005701643</c:v>
                </c:pt>
                <c:pt idx="658">
                  <c:v>0.006194411</c:v>
                </c:pt>
                <c:pt idx="659">
                  <c:v>0.01342765</c:v>
                </c:pt>
                <c:pt idx="660">
                  <c:v>0.019769697</c:v>
                </c:pt>
                <c:pt idx="661">
                  <c:v>0.02831392</c:v>
                </c:pt>
                <c:pt idx="662">
                  <c:v>0.022080047</c:v>
                </c:pt>
                <c:pt idx="663">
                  <c:v>0.034355793</c:v>
                </c:pt>
                <c:pt idx="664">
                  <c:v>0.036307804</c:v>
                </c:pt>
                <c:pt idx="665">
                  <c:v>0.05495409</c:v>
                </c:pt>
                <c:pt idx="666">
                  <c:v>0.044055488</c:v>
                </c:pt>
                <c:pt idx="667">
                  <c:v>0.0519996</c:v>
                </c:pt>
                <c:pt idx="668">
                  <c:v>0.05495409</c:v>
                </c:pt>
                <c:pt idx="669">
                  <c:v>0.05495409</c:v>
                </c:pt>
                <c:pt idx="670">
                  <c:v>0.04786301</c:v>
                </c:pt>
                <c:pt idx="671">
                  <c:v>0.034355793</c:v>
                </c:pt>
                <c:pt idx="672">
                  <c:v>0.034355793</c:v>
                </c:pt>
                <c:pt idx="673">
                  <c:v>0.038370725</c:v>
                </c:pt>
                <c:pt idx="674">
                  <c:v>0.040550854</c:v>
                </c:pt>
                <c:pt idx="675">
                  <c:v>0.029107172</c:v>
                </c:pt>
                <c:pt idx="676">
                  <c:v>0.030760968</c:v>
                </c:pt>
                <c:pt idx="677">
                  <c:v>0.036307804</c:v>
                </c:pt>
                <c:pt idx="678">
                  <c:v>0.037325017</c:v>
                </c:pt>
                <c:pt idx="679">
                  <c:v>0.030760968</c:v>
                </c:pt>
                <c:pt idx="680">
                  <c:v>0.040550854</c:v>
                </c:pt>
                <c:pt idx="681">
                  <c:v>0.04528976</c:v>
                </c:pt>
                <c:pt idx="682">
                  <c:v>0.03250873</c:v>
                </c:pt>
                <c:pt idx="683">
                  <c:v>0.03944573</c:v>
                </c:pt>
                <c:pt idx="684">
                  <c:v>0.038370725</c:v>
                </c:pt>
                <c:pt idx="685">
                  <c:v>0.037325017</c:v>
                </c:pt>
                <c:pt idx="686">
                  <c:v>0.037325017</c:v>
                </c:pt>
                <c:pt idx="687">
                  <c:v>0.03944573</c:v>
                </c:pt>
                <c:pt idx="688">
                  <c:v>0.03531832</c:v>
                </c:pt>
                <c:pt idx="689">
                  <c:v>0.03531832</c:v>
                </c:pt>
                <c:pt idx="690">
                  <c:v>0.03531832</c:v>
                </c:pt>
                <c:pt idx="691">
                  <c:v>0.037325017</c:v>
                </c:pt>
                <c:pt idx="692">
                  <c:v>0.033419505</c:v>
                </c:pt>
                <c:pt idx="693">
                  <c:v>0.036307804</c:v>
                </c:pt>
                <c:pt idx="694">
                  <c:v>0.041686937</c:v>
                </c:pt>
                <c:pt idx="695">
                  <c:v>0.033419505</c:v>
                </c:pt>
                <c:pt idx="696">
                  <c:v>0.029107172</c:v>
                </c:pt>
                <c:pt idx="697">
                  <c:v>0.036307804</c:v>
                </c:pt>
                <c:pt idx="698">
                  <c:v>0.040550854</c:v>
                </c:pt>
                <c:pt idx="699">
                  <c:v>0.038370725</c:v>
                </c:pt>
                <c:pt idx="700">
                  <c:v>0.03944573</c:v>
                </c:pt>
                <c:pt idx="701">
                  <c:v>0.04655861</c:v>
                </c:pt>
                <c:pt idx="702">
                  <c:v>0.0613762</c:v>
                </c:pt>
                <c:pt idx="703">
                  <c:v>0.04655861</c:v>
                </c:pt>
                <c:pt idx="704">
                  <c:v>0.04528976</c:v>
                </c:pt>
                <c:pt idx="705">
                  <c:v>0.044055488</c:v>
                </c:pt>
                <c:pt idx="706">
                  <c:v>0.040550854</c:v>
                </c:pt>
                <c:pt idx="707">
                  <c:v>0.036307804</c:v>
                </c:pt>
                <c:pt idx="708">
                  <c:v>0.040550854</c:v>
                </c:pt>
                <c:pt idx="709">
                  <c:v>0.041686937</c:v>
                </c:pt>
                <c:pt idx="710">
                  <c:v>0.034355793</c:v>
                </c:pt>
                <c:pt idx="711">
                  <c:v>0.03250873</c:v>
                </c:pt>
                <c:pt idx="712">
                  <c:v>0.034355793</c:v>
                </c:pt>
                <c:pt idx="713">
                  <c:v>0.033419505</c:v>
                </c:pt>
                <c:pt idx="714">
                  <c:v>0.02831392</c:v>
                </c:pt>
                <c:pt idx="715">
                  <c:v>0.027542287</c:v>
                </c:pt>
                <c:pt idx="716">
                  <c:v>0.022698648</c:v>
                </c:pt>
                <c:pt idx="717">
                  <c:v>0.02032357</c:v>
                </c:pt>
                <c:pt idx="718">
                  <c:v>0.022080047</c:v>
                </c:pt>
                <c:pt idx="719">
                  <c:v>0.029922646</c:v>
                </c:pt>
                <c:pt idx="720">
                  <c:v>0.023988329</c:v>
                </c:pt>
                <c:pt idx="721">
                  <c:v>0.011694994</c:v>
                </c:pt>
                <c:pt idx="722">
                  <c:v>0.01870682</c:v>
                </c:pt>
                <c:pt idx="723">
                  <c:v>0.0039810715</c:v>
                </c:pt>
                <c:pt idx="724">
                  <c:v>0.0014321879</c:v>
                </c:pt>
                <c:pt idx="725">
                  <c:v>0.0021086282</c:v>
                </c:pt>
                <c:pt idx="726">
                  <c:v>0.0031045596</c:v>
                </c:pt>
                <c:pt idx="727">
                  <c:v>0.003280953</c:v>
                </c:pt>
                <c:pt idx="728">
                  <c:v>0.0030199517</c:v>
                </c:pt>
                <c:pt idx="729">
                  <c:v>0.0035645114</c:v>
                </c:pt>
                <c:pt idx="730">
                  <c:v>0.004446313</c:v>
                </c:pt>
                <c:pt idx="731">
                  <c:v>0.00510505</c:v>
                </c:pt>
                <c:pt idx="732">
                  <c:v>0.00510505</c:v>
                </c:pt>
                <c:pt idx="733">
                  <c:v>0.005701643</c:v>
                </c:pt>
                <c:pt idx="734">
                  <c:v>0.004570882</c:v>
                </c:pt>
                <c:pt idx="735">
                  <c:v>0.005546257</c:v>
                </c:pt>
                <c:pt idx="736">
                  <c:v>0.006025596</c:v>
                </c:pt>
                <c:pt idx="737">
                  <c:v>0.0077268058</c:v>
                </c:pt>
                <c:pt idx="738">
                  <c:v>0.019230917</c:v>
                </c:pt>
                <c:pt idx="739">
                  <c:v>0.021478305</c:v>
                </c:pt>
                <c:pt idx="740">
                  <c:v>0.023988329</c:v>
                </c:pt>
                <c:pt idx="741">
                  <c:v>0.015848933</c:v>
                </c:pt>
                <c:pt idx="742">
                  <c:v>0.029107172</c:v>
                </c:pt>
                <c:pt idx="743">
                  <c:v>0.040550854</c:v>
                </c:pt>
                <c:pt idx="744">
                  <c:v>0.041686937</c:v>
                </c:pt>
                <c:pt idx="745">
                  <c:v>0.040550854</c:v>
                </c:pt>
                <c:pt idx="746">
                  <c:v>0.042854853</c:v>
                </c:pt>
                <c:pt idx="747">
                  <c:v>0.0519996</c:v>
                </c:pt>
                <c:pt idx="748">
                  <c:v>0.05495409</c:v>
                </c:pt>
                <c:pt idx="749">
                  <c:v>0.05495409</c:v>
                </c:pt>
                <c:pt idx="750">
                  <c:v>0.049203955</c:v>
                </c:pt>
                <c:pt idx="751">
                  <c:v>0.04655861</c:v>
                </c:pt>
                <c:pt idx="752">
                  <c:v>0.044055488</c:v>
                </c:pt>
                <c:pt idx="753">
                  <c:v>0.034355793</c:v>
                </c:pt>
                <c:pt idx="754">
                  <c:v>0.02831392</c:v>
                </c:pt>
                <c:pt idx="755">
                  <c:v>0.03250873</c:v>
                </c:pt>
                <c:pt idx="756">
                  <c:v>0.03944573</c:v>
                </c:pt>
                <c:pt idx="757">
                  <c:v>0.031622775</c:v>
                </c:pt>
                <c:pt idx="758">
                  <c:v>0.030760968</c:v>
                </c:pt>
                <c:pt idx="759">
                  <c:v>0.030760968</c:v>
                </c:pt>
                <c:pt idx="760">
                  <c:v>0.033419505</c:v>
                </c:pt>
                <c:pt idx="761">
                  <c:v>0.03250873</c:v>
                </c:pt>
                <c:pt idx="762">
                  <c:v>0.034355793</c:v>
                </c:pt>
                <c:pt idx="763">
                  <c:v>0.03531832</c:v>
                </c:pt>
                <c:pt idx="764">
                  <c:v>0.026791682</c:v>
                </c:pt>
                <c:pt idx="765">
                  <c:v>0.029107172</c:v>
                </c:pt>
                <c:pt idx="766">
                  <c:v>0.031622775</c:v>
                </c:pt>
                <c:pt idx="767">
                  <c:v>0.038370725</c:v>
                </c:pt>
                <c:pt idx="768">
                  <c:v>0.031622775</c:v>
                </c:pt>
                <c:pt idx="769">
                  <c:v>0.037325017</c:v>
                </c:pt>
                <c:pt idx="770">
                  <c:v>0.034355793</c:v>
                </c:pt>
                <c:pt idx="771">
                  <c:v>0.03250873</c:v>
                </c:pt>
                <c:pt idx="772">
                  <c:v>0.033419505</c:v>
                </c:pt>
                <c:pt idx="773">
                  <c:v>0.033419505</c:v>
                </c:pt>
                <c:pt idx="774">
                  <c:v>0.033419505</c:v>
                </c:pt>
                <c:pt idx="775">
                  <c:v>0.036307804</c:v>
                </c:pt>
                <c:pt idx="776">
                  <c:v>0.036307804</c:v>
                </c:pt>
                <c:pt idx="777">
                  <c:v>0.031622775</c:v>
                </c:pt>
                <c:pt idx="778">
                  <c:v>0.031622775</c:v>
                </c:pt>
                <c:pt idx="779">
                  <c:v>0.037325017</c:v>
                </c:pt>
                <c:pt idx="780">
                  <c:v>0.033419505</c:v>
                </c:pt>
                <c:pt idx="781">
                  <c:v>0.03250873</c:v>
                </c:pt>
                <c:pt idx="782">
                  <c:v>0.038370725</c:v>
                </c:pt>
                <c:pt idx="783">
                  <c:v>0.042854853</c:v>
                </c:pt>
                <c:pt idx="784">
                  <c:v>0.050582465</c:v>
                </c:pt>
                <c:pt idx="785">
                  <c:v>0.044055488</c:v>
                </c:pt>
                <c:pt idx="786">
                  <c:v>0.050582465</c:v>
                </c:pt>
                <c:pt idx="787">
                  <c:v>0.044055488</c:v>
                </c:pt>
                <c:pt idx="788">
                  <c:v>0.037325017</c:v>
                </c:pt>
                <c:pt idx="789">
                  <c:v>0.03531832</c:v>
                </c:pt>
                <c:pt idx="790">
                  <c:v>0.034355793</c:v>
                </c:pt>
                <c:pt idx="791">
                  <c:v>0.036307804</c:v>
                </c:pt>
                <c:pt idx="792">
                  <c:v>0.02831392</c:v>
                </c:pt>
                <c:pt idx="793">
                  <c:v>0.026791682</c:v>
                </c:pt>
                <c:pt idx="794">
                  <c:v>0.029107172</c:v>
                </c:pt>
                <c:pt idx="795">
                  <c:v>0.026791682</c:v>
                </c:pt>
                <c:pt idx="796">
                  <c:v>0.025351286</c:v>
                </c:pt>
                <c:pt idx="797">
                  <c:v>0.023334581</c:v>
                </c:pt>
                <c:pt idx="798">
                  <c:v>0.020892961</c:v>
                </c:pt>
                <c:pt idx="799">
                  <c:v>0.015417005</c:v>
                </c:pt>
                <c:pt idx="800">
                  <c:v>0.02032357</c:v>
                </c:pt>
                <c:pt idx="801">
                  <c:v>0.027542287</c:v>
                </c:pt>
                <c:pt idx="802">
                  <c:v>0.025351286</c:v>
                </c:pt>
                <c:pt idx="803">
                  <c:v>0.022080047</c:v>
                </c:pt>
                <c:pt idx="804">
                  <c:v>0.020892961</c:v>
                </c:pt>
                <c:pt idx="805">
                  <c:v>0.024660394</c:v>
                </c:pt>
                <c:pt idx="806">
                  <c:v>0.01870682</c:v>
                </c:pt>
                <c:pt idx="807">
                  <c:v>0.0034673684</c:v>
                </c:pt>
                <c:pt idx="808">
                  <c:v>0.0035645114</c:v>
                </c:pt>
                <c:pt idx="809">
                  <c:v>0.0040926067</c:v>
                </c:pt>
                <c:pt idx="810">
                  <c:v>0.0034673684</c:v>
                </c:pt>
                <c:pt idx="811">
                  <c:v>0.003767038</c:v>
                </c:pt>
                <c:pt idx="812">
                  <c:v>0.0039810715</c:v>
                </c:pt>
                <c:pt idx="813">
                  <c:v>0.0043251384</c:v>
                </c:pt>
                <c:pt idx="814">
                  <c:v>0.005395106</c:v>
                </c:pt>
                <c:pt idx="815">
                  <c:v>0.005546257</c:v>
                </c:pt>
                <c:pt idx="816">
                  <c:v>0.005701643</c:v>
                </c:pt>
                <c:pt idx="817">
                  <c:v>0.005546257</c:v>
                </c:pt>
                <c:pt idx="818">
                  <c:v>0.006194411</c:v>
                </c:pt>
                <c:pt idx="819">
                  <c:v>0.0069183097</c:v>
                </c:pt>
                <c:pt idx="820">
                  <c:v>0.005546257</c:v>
                </c:pt>
                <c:pt idx="821">
                  <c:v>0.0042072665</c:v>
                </c:pt>
                <c:pt idx="822">
                  <c:v>0.004698941</c:v>
                </c:pt>
                <c:pt idx="823">
                  <c:v>0.0058613815</c:v>
                </c:pt>
                <c:pt idx="824">
                  <c:v>0.007516229</c:v>
                </c:pt>
                <c:pt idx="825">
                  <c:v>0.02032357</c:v>
                </c:pt>
                <c:pt idx="826">
                  <c:v>0.025351286</c:v>
                </c:pt>
                <c:pt idx="827">
                  <c:v>0.030760968</c:v>
                </c:pt>
                <c:pt idx="828">
                  <c:v>0.026791682</c:v>
                </c:pt>
                <c:pt idx="829">
                  <c:v>0.038370725</c:v>
                </c:pt>
                <c:pt idx="830">
                  <c:v>0.042854853</c:v>
                </c:pt>
                <c:pt idx="831">
                  <c:v>0.036307804</c:v>
                </c:pt>
                <c:pt idx="832">
                  <c:v>0.038370725</c:v>
                </c:pt>
                <c:pt idx="833">
                  <c:v>0.042854853</c:v>
                </c:pt>
                <c:pt idx="834">
                  <c:v>0.053456437</c:v>
                </c:pt>
                <c:pt idx="835">
                  <c:v>0.05807644</c:v>
                </c:pt>
                <c:pt idx="836">
                  <c:v>0.05970353</c:v>
                </c:pt>
                <c:pt idx="837">
                  <c:v>0.0519996</c:v>
                </c:pt>
                <c:pt idx="838">
                  <c:v>0.03944573</c:v>
                </c:pt>
                <c:pt idx="839">
                  <c:v>0.038370725</c:v>
                </c:pt>
                <c:pt idx="840">
                  <c:v>0.029922646</c:v>
                </c:pt>
                <c:pt idx="841">
                  <c:v>0.030760968</c:v>
                </c:pt>
                <c:pt idx="842">
                  <c:v>0.033419505</c:v>
                </c:pt>
                <c:pt idx="843">
                  <c:v>0.037325017</c:v>
                </c:pt>
                <c:pt idx="844">
                  <c:v>0.033419505</c:v>
                </c:pt>
                <c:pt idx="845">
                  <c:v>0.029107172</c:v>
                </c:pt>
                <c:pt idx="846">
                  <c:v>0.027542287</c:v>
                </c:pt>
                <c:pt idx="847">
                  <c:v>0.030760968</c:v>
                </c:pt>
                <c:pt idx="848">
                  <c:v>0.034355793</c:v>
                </c:pt>
                <c:pt idx="849">
                  <c:v>0.030760968</c:v>
                </c:pt>
                <c:pt idx="850">
                  <c:v>0.027542287</c:v>
                </c:pt>
                <c:pt idx="851">
                  <c:v>0.026061535</c:v>
                </c:pt>
                <c:pt idx="852">
                  <c:v>0.022698648</c:v>
                </c:pt>
                <c:pt idx="853">
                  <c:v>0.025351286</c:v>
                </c:pt>
                <c:pt idx="854">
                  <c:v>0.03250873</c:v>
                </c:pt>
                <c:pt idx="855">
                  <c:v>0.029922646</c:v>
                </c:pt>
                <c:pt idx="856">
                  <c:v>0.030760968</c:v>
                </c:pt>
                <c:pt idx="857">
                  <c:v>0.030760968</c:v>
                </c:pt>
                <c:pt idx="858">
                  <c:v>0.026061535</c:v>
                </c:pt>
                <c:pt idx="859">
                  <c:v>0.026791682</c:v>
                </c:pt>
                <c:pt idx="860">
                  <c:v>0.029922646</c:v>
                </c:pt>
                <c:pt idx="861">
                  <c:v>0.029107172</c:v>
                </c:pt>
                <c:pt idx="862">
                  <c:v>0.034355793</c:v>
                </c:pt>
                <c:pt idx="863">
                  <c:v>0.03531832</c:v>
                </c:pt>
                <c:pt idx="864">
                  <c:v>0.033419505</c:v>
                </c:pt>
                <c:pt idx="865">
                  <c:v>0.03250873</c:v>
                </c:pt>
                <c:pt idx="866">
                  <c:v>0.034355793</c:v>
                </c:pt>
                <c:pt idx="867">
                  <c:v>0.03250873</c:v>
                </c:pt>
                <c:pt idx="868">
                  <c:v>0.040550854</c:v>
                </c:pt>
                <c:pt idx="869">
                  <c:v>0.053456437</c:v>
                </c:pt>
                <c:pt idx="870">
                  <c:v>0.042854853</c:v>
                </c:pt>
                <c:pt idx="871">
                  <c:v>0.044055488</c:v>
                </c:pt>
                <c:pt idx="872">
                  <c:v>0.040550854</c:v>
                </c:pt>
                <c:pt idx="873">
                  <c:v>0.040550854</c:v>
                </c:pt>
                <c:pt idx="874">
                  <c:v>0.042854853</c:v>
                </c:pt>
                <c:pt idx="875">
                  <c:v>0.037325017</c:v>
                </c:pt>
                <c:pt idx="876">
                  <c:v>0.036307804</c:v>
                </c:pt>
                <c:pt idx="877">
                  <c:v>0.031622775</c:v>
                </c:pt>
                <c:pt idx="878">
                  <c:v>0.031622775</c:v>
                </c:pt>
                <c:pt idx="879">
                  <c:v>0.025351286</c:v>
                </c:pt>
                <c:pt idx="880">
                  <c:v>0.023334581</c:v>
                </c:pt>
                <c:pt idx="881">
                  <c:v>0.024660394</c:v>
                </c:pt>
                <c:pt idx="882">
                  <c:v>0.023334581</c:v>
                </c:pt>
                <c:pt idx="883">
                  <c:v>0.019769697</c:v>
                </c:pt>
                <c:pt idx="884">
                  <c:v>0.015417005</c:v>
                </c:pt>
                <c:pt idx="885">
                  <c:v>0.020892961</c:v>
                </c:pt>
                <c:pt idx="886">
                  <c:v>0.020892961</c:v>
                </c:pt>
                <c:pt idx="887">
                  <c:v>0.02831392</c:v>
                </c:pt>
                <c:pt idx="888">
                  <c:v>0.027542287</c:v>
                </c:pt>
                <c:pt idx="889">
                  <c:v>0.015848933</c:v>
                </c:pt>
                <c:pt idx="890">
                  <c:v>0.0049659233</c:v>
                </c:pt>
                <c:pt idx="891">
                  <c:v>0.0027039584</c:v>
                </c:pt>
                <c:pt idx="892">
                  <c:v>0.0035645114</c:v>
                </c:pt>
                <c:pt idx="893">
                  <c:v>0.0040926067</c:v>
                </c:pt>
                <c:pt idx="894">
                  <c:v>0.0042072665</c:v>
                </c:pt>
                <c:pt idx="895">
                  <c:v>0.0049659233</c:v>
                </c:pt>
                <c:pt idx="896">
                  <c:v>0.0039810715</c:v>
                </c:pt>
                <c:pt idx="897">
                  <c:v>0.0040926067</c:v>
                </c:pt>
                <c:pt idx="898">
                  <c:v>0.0040926067</c:v>
                </c:pt>
                <c:pt idx="899">
                  <c:v>0.0040926067</c:v>
                </c:pt>
                <c:pt idx="900">
                  <c:v>0.004698941</c:v>
                </c:pt>
                <c:pt idx="901">
                  <c:v>0.005701643</c:v>
                </c:pt>
                <c:pt idx="902">
                  <c:v>0.006194411</c:v>
                </c:pt>
                <c:pt idx="903">
                  <c:v>0.005701643</c:v>
                </c:pt>
                <c:pt idx="904">
                  <c:v>0.0052480744</c:v>
                </c:pt>
                <c:pt idx="905">
                  <c:v>0.0063679554</c:v>
                </c:pt>
                <c:pt idx="906">
                  <c:v>0.006546362</c:v>
                </c:pt>
                <c:pt idx="907">
                  <c:v>0.00510505</c:v>
                </c:pt>
                <c:pt idx="908">
                  <c:v>0.0043251384</c:v>
                </c:pt>
                <c:pt idx="909">
                  <c:v>0.0049659233</c:v>
                </c:pt>
                <c:pt idx="910">
                  <c:v>0.0058613815</c:v>
                </c:pt>
                <c:pt idx="911">
                  <c:v>0.0063679554</c:v>
                </c:pt>
                <c:pt idx="912">
                  <c:v>0.017218687</c:v>
                </c:pt>
                <c:pt idx="913">
                  <c:v>0.022080047</c:v>
                </c:pt>
                <c:pt idx="914">
                  <c:v>0.023334581</c:v>
                </c:pt>
                <c:pt idx="915">
                  <c:v>0.023988329</c:v>
                </c:pt>
                <c:pt idx="916">
                  <c:v>0.031622775</c:v>
                </c:pt>
                <c:pt idx="917">
                  <c:v>0.036307804</c:v>
                </c:pt>
                <c:pt idx="918">
                  <c:v>0.040550854</c:v>
                </c:pt>
                <c:pt idx="919">
                  <c:v>0.044055488</c:v>
                </c:pt>
                <c:pt idx="920">
                  <c:v>0.034355793</c:v>
                </c:pt>
                <c:pt idx="921">
                  <c:v>0.036307804</c:v>
                </c:pt>
                <c:pt idx="922">
                  <c:v>0.04655861</c:v>
                </c:pt>
                <c:pt idx="923">
                  <c:v>0.05970353</c:v>
                </c:pt>
                <c:pt idx="924">
                  <c:v>0.06309573</c:v>
                </c:pt>
                <c:pt idx="925">
                  <c:v>0.03944573</c:v>
                </c:pt>
                <c:pt idx="926">
                  <c:v>0.034355793</c:v>
                </c:pt>
                <c:pt idx="927">
                  <c:v>0.029922646</c:v>
                </c:pt>
                <c:pt idx="928">
                  <c:v>0.031622775</c:v>
                </c:pt>
                <c:pt idx="929">
                  <c:v>0.03250873</c:v>
                </c:pt>
                <c:pt idx="930">
                  <c:v>0.03531832</c:v>
                </c:pt>
                <c:pt idx="931">
                  <c:v>0.03250873</c:v>
                </c:pt>
                <c:pt idx="932">
                  <c:v>0.026791682</c:v>
                </c:pt>
                <c:pt idx="933">
                  <c:v>0.027542287</c:v>
                </c:pt>
                <c:pt idx="934">
                  <c:v>0.02831392</c:v>
                </c:pt>
                <c:pt idx="935">
                  <c:v>0.029922646</c:v>
                </c:pt>
                <c:pt idx="936">
                  <c:v>0.03250873</c:v>
                </c:pt>
                <c:pt idx="937">
                  <c:v>0.026061535</c:v>
                </c:pt>
                <c:pt idx="938">
                  <c:v>0.024660394</c:v>
                </c:pt>
                <c:pt idx="939">
                  <c:v>0.02032357</c:v>
                </c:pt>
                <c:pt idx="940">
                  <c:v>0.023334581</c:v>
                </c:pt>
                <c:pt idx="941">
                  <c:v>0.026791682</c:v>
                </c:pt>
                <c:pt idx="942">
                  <c:v>0.026791682</c:v>
                </c:pt>
                <c:pt idx="943">
                  <c:v>0.029922646</c:v>
                </c:pt>
                <c:pt idx="944">
                  <c:v>0.02831392</c:v>
                </c:pt>
                <c:pt idx="945">
                  <c:v>0.022698648</c:v>
                </c:pt>
                <c:pt idx="946">
                  <c:v>0.023334581</c:v>
                </c:pt>
                <c:pt idx="947">
                  <c:v>0.025351286</c:v>
                </c:pt>
                <c:pt idx="948">
                  <c:v>0.026061535</c:v>
                </c:pt>
                <c:pt idx="949">
                  <c:v>0.025351286</c:v>
                </c:pt>
                <c:pt idx="950">
                  <c:v>0.02831392</c:v>
                </c:pt>
                <c:pt idx="951">
                  <c:v>0.031622775</c:v>
                </c:pt>
                <c:pt idx="952">
                  <c:v>0.031622775</c:v>
                </c:pt>
                <c:pt idx="953">
                  <c:v>0.036307804</c:v>
                </c:pt>
                <c:pt idx="954">
                  <c:v>0.037325017</c:v>
                </c:pt>
                <c:pt idx="955">
                  <c:v>0.04528976</c:v>
                </c:pt>
                <c:pt idx="956">
                  <c:v>0.041686937</c:v>
                </c:pt>
                <c:pt idx="957">
                  <c:v>0.05495409</c:v>
                </c:pt>
                <c:pt idx="958">
                  <c:v>0.044055488</c:v>
                </c:pt>
                <c:pt idx="959">
                  <c:v>0.037325017</c:v>
                </c:pt>
                <c:pt idx="960">
                  <c:v>0.031622775</c:v>
                </c:pt>
                <c:pt idx="961">
                  <c:v>0.040550854</c:v>
                </c:pt>
                <c:pt idx="962">
                  <c:v>0.037325017</c:v>
                </c:pt>
                <c:pt idx="963">
                  <c:v>0.030760968</c:v>
                </c:pt>
                <c:pt idx="964">
                  <c:v>0.029922646</c:v>
                </c:pt>
                <c:pt idx="965">
                  <c:v>0.029107172</c:v>
                </c:pt>
                <c:pt idx="966">
                  <c:v>0.024660394</c:v>
                </c:pt>
                <c:pt idx="967">
                  <c:v>0.022698648</c:v>
                </c:pt>
                <c:pt idx="968">
                  <c:v>0.022080047</c:v>
                </c:pt>
                <c:pt idx="969">
                  <c:v>0.01870682</c:v>
                </c:pt>
                <c:pt idx="970">
                  <c:v>0.014996848</c:v>
                </c:pt>
                <c:pt idx="971">
                  <c:v>0.023988329</c:v>
                </c:pt>
                <c:pt idx="972">
                  <c:v>0.030760968</c:v>
                </c:pt>
                <c:pt idx="973">
                  <c:v>0.026791682</c:v>
                </c:pt>
                <c:pt idx="974">
                  <c:v>0.0027039584</c:v>
                </c:pt>
                <c:pt idx="975">
                  <c:v>0.0027797134</c:v>
                </c:pt>
                <c:pt idx="976">
                  <c:v>0.0022908677</c:v>
                </c:pt>
                <c:pt idx="977">
                  <c:v>0.002630268</c:v>
                </c:pt>
                <c:pt idx="978">
                  <c:v>0.0033728732</c:v>
                </c:pt>
                <c:pt idx="979">
                  <c:v>0.0042072665</c:v>
                </c:pt>
                <c:pt idx="980">
                  <c:v>0.004446313</c:v>
                </c:pt>
                <c:pt idx="981">
                  <c:v>0.004830588</c:v>
                </c:pt>
                <c:pt idx="982">
                  <c:v>0.004698941</c:v>
                </c:pt>
                <c:pt idx="983">
                  <c:v>0.0043251384</c:v>
                </c:pt>
                <c:pt idx="984">
                  <c:v>0.004830588</c:v>
                </c:pt>
                <c:pt idx="985">
                  <c:v>0.004698941</c:v>
                </c:pt>
                <c:pt idx="986">
                  <c:v>0.005701643</c:v>
                </c:pt>
                <c:pt idx="987">
                  <c:v>0.006546362</c:v>
                </c:pt>
                <c:pt idx="988">
                  <c:v>0.006194411</c:v>
                </c:pt>
                <c:pt idx="989">
                  <c:v>0.006546362</c:v>
                </c:pt>
                <c:pt idx="990">
                  <c:v>0.0058613815</c:v>
                </c:pt>
                <c:pt idx="991">
                  <c:v>0.004446313</c:v>
                </c:pt>
                <c:pt idx="992">
                  <c:v>0.004446313</c:v>
                </c:pt>
                <c:pt idx="993">
                  <c:v>0.00510505</c:v>
                </c:pt>
                <c:pt idx="994">
                  <c:v>0.0058613815</c:v>
                </c:pt>
                <c:pt idx="995">
                  <c:v>0.007112135</c:v>
                </c:pt>
                <c:pt idx="996">
                  <c:v>0.0077268058</c:v>
                </c:pt>
                <c:pt idx="997">
                  <c:v>0.024660394</c:v>
                </c:pt>
                <c:pt idx="998">
                  <c:v>0.023988329</c:v>
                </c:pt>
                <c:pt idx="999">
                  <c:v>0.04528976</c:v>
                </c:pt>
                <c:pt idx="1000">
                  <c:v>0.049203955</c:v>
                </c:pt>
                <c:pt idx="1001">
                  <c:v>0.049203955</c:v>
                </c:pt>
                <c:pt idx="1002">
                  <c:v>0.04528976</c:v>
                </c:pt>
                <c:pt idx="1003">
                  <c:v>0.03250873</c:v>
                </c:pt>
                <c:pt idx="1004">
                  <c:v>0.03250873</c:v>
                </c:pt>
                <c:pt idx="1005">
                  <c:v>0.05495409</c:v>
                </c:pt>
                <c:pt idx="1006">
                  <c:v>0.06309573</c:v>
                </c:pt>
                <c:pt idx="1007">
                  <c:v>0.050582465</c:v>
                </c:pt>
                <c:pt idx="1008">
                  <c:v>0.029922646</c:v>
                </c:pt>
                <c:pt idx="1009">
                  <c:v>0.029922646</c:v>
                </c:pt>
                <c:pt idx="1010">
                  <c:v>0.029107172</c:v>
                </c:pt>
                <c:pt idx="1011">
                  <c:v>0.02831392</c:v>
                </c:pt>
                <c:pt idx="1012">
                  <c:v>0.031622775</c:v>
                </c:pt>
                <c:pt idx="1013">
                  <c:v>0.026791682</c:v>
                </c:pt>
                <c:pt idx="1014">
                  <c:v>0.024660394</c:v>
                </c:pt>
                <c:pt idx="1015">
                  <c:v>0.023988329</c:v>
                </c:pt>
                <c:pt idx="1016">
                  <c:v>0.024660394</c:v>
                </c:pt>
                <c:pt idx="1017">
                  <c:v>0.026791682</c:v>
                </c:pt>
                <c:pt idx="1018">
                  <c:v>0.029107172</c:v>
                </c:pt>
                <c:pt idx="1019">
                  <c:v>0.024660394</c:v>
                </c:pt>
                <c:pt idx="1020">
                  <c:v>0.023334581</c:v>
                </c:pt>
                <c:pt idx="1021">
                  <c:v>0.021478305</c:v>
                </c:pt>
                <c:pt idx="1022">
                  <c:v>0.022698648</c:v>
                </c:pt>
                <c:pt idx="1023">
                  <c:v>0.025351286</c:v>
                </c:pt>
                <c:pt idx="1024">
                  <c:v>0.022698648</c:v>
                </c:pt>
                <c:pt idx="1025">
                  <c:v>0.026061535</c:v>
                </c:pt>
                <c:pt idx="1026">
                  <c:v>0.024660394</c:v>
                </c:pt>
                <c:pt idx="1027">
                  <c:v>0.022698648</c:v>
                </c:pt>
                <c:pt idx="1028">
                  <c:v>0.020892961</c:v>
                </c:pt>
                <c:pt idx="1029">
                  <c:v>0.020892961</c:v>
                </c:pt>
                <c:pt idx="1030">
                  <c:v>0.022080047</c:v>
                </c:pt>
                <c:pt idx="1031">
                  <c:v>0.023334581</c:v>
                </c:pt>
                <c:pt idx="1032">
                  <c:v>0.025351286</c:v>
                </c:pt>
                <c:pt idx="1033">
                  <c:v>0.029922646</c:v>
                </c:pt>
                <c:pt idx="1034">
                  <c:v>0.038370725</c:v>
                </c:pt>
                <c:pt idx="1035">
                  <c:v>0.040550854</c:v>
                </c:pt>
                <c:pt idx="1036">
                  <c:v>0.038370725</c:v>
                </c:pt>
                <c:pt idx="1037">
                  <c:v>0.036307804</c:v>
                </c:pt>
                <c:pt idx="1038">
                  <c:v>0.029922646</c:v>
                </c:pt>
                <c:pt idx="1039">
                  <c:v>0.050582465</c:v>
                </c:pt>
                <c:pt idx="1040">
                  <c:v>0.053456437</c:v>
                </c:pt>
                <c:pt idx="1041">
                  <c:v>0.038370725</c:v>
                </c:pt>
                <c:pt idx="1042">
                  <c:v>0.037325017</c:v>
                </c:pt>
                <c:pt idx="1043">
                  <c:v>0.037325017</c:v>
                </c:pt>
                <c:pt idx="1044">
                  <c:v>0.038370725</c:v>
                </c:pt>
                <c:pt idx="1045">
                  <c:v>0.031622775</c:v>
                </c:pt>
                <c:pt idx="1046">
                  <c:v>0.034355793</c:v>
                </c:pt>
                <c:pt idx="1047">
                  <c:v>0.029922646</c:v>
                </c:pt>
                <c:pt idx="1048">
                  <c:v>0.023334581</c:v>
                </c:pt>
                <c:pt idx="1049">
                  <c:v>0.019769697</c:v>
                </c:pt>
                <c:pt idx="1050">
                  <c:v>0.014190575</c:v>
                </c:pt>
                <c:pt idx="1051">
                  <c:v>0.029107172</c:v>
                </c:pt>
                <c:pt idx="1052">
                  <c:v>0.025351286</c:v>
                </c:pt>
                <c:pt idx="1053">
                  <c:v>0.0011481537</c:v>
                </c:pt>
                <c:pt idx="1054">
                  <c:v>0.003280953</c:v>
                </c:pt>
                <c:pt idx="1055">
                  <c:v>0.0028575906</c:v>
                </c:pt>
                <c:pt idx="1056">
                  <c:v>0.002558586</c:v>
                </c:pt>
                <c:pt idx="1057">
                  <c:v>0.003767038</c:v>
                </c:pt>
                <c:pt idx="1058">
                  <c:v>0.0038725764</c:v>
                </c:pt>
                <c:pt idx="1059">
                  <c:v>0.0040926067</c:v>
                </c:pt>
                <c:pt idx="1060">
                  <c:v>0.003767038</c:v>
                </c:pt>
                <c:pt idx="1061">
                  <c:v>0.0042072665</c:v>
                </c:pt>
                <c:pt idx="1062">
                  <c:v>0.005546257</c:v>
                </c:pt>
                <c:pt idx="1063">
                  <c:v>0.005701643</c:v>
                </c:pt>
                <c:pt idx="1064">
                  <c:v>0.0073113907</c:v>
                </c:pt>
                <c:pt idx="1065">
                  <c:v>0.0052480744</c:v>
                </c:pt>
                <c:pt idx="1066">
                  <c:v>0.004446313</c:v>
                </c:pt>
                <c:pt idx="1067">
                  <c:v>0.0049659233</c:v>
                </c:pt>
                <c:pt idx="1068">
                  <c:v>0.0058613815</c:v>
                </c:pt>
                <c:pt idx="1069">
                  <c:v>0.023988329</c:v>
                </c:pt>
                <c:pt idx="1070">
                  <c:v>0.026061535</c:v>
                </c:pt>
                <c:pt idx="1071">
                  <c:v>0.033419505</c:v>
                </c:pt>
                <c:pt idx="1072">
                  <c:v>0.04528976</c:v>
                </c:pt>
                <c:pt idx="1073">
                  <c:v>0.041686937</c:v>
                </c:pt>
                <c:pt idx="1074">
                  <c:v>0.05970353</c:v>
                </c:pt>
                <c:pt idx="1075">
                  <c:v>0.05970353</c:v>
                </c:pt>
                <c:pt idx="1076">
                  <c:v>0.053456437</c:v>
                </c:pt>
                <c:pt idx="1077">
                  <c:v>0.041686937</c:v>
                </c:pt>
                <c:pt idx="1078">
                  <c:v>0.037325017</c:v>
                </c:pt>
                <c:pt idx="1079">
                  <c:v>0.0613762</c:v>
                </c:pt>
                <c:pt idx="1080">
                  <c:v>0.041686937</c:v>
                </c:pt>
                <c:pt idx="1081">
                  <c:v>0.029922646</c:v>
                </c:pt>
                <c:pt idx="1082">
                  <c:v>0.026061535</c:v>
                </c:pt>
                <c:pt idx="1083">
                  <c:v>0.025351286</c:v>
                </c:pt>
                <c:pt idx="1084">
                  <c:v>0.02831392</c:v>
                </c:pt>
                <c:pt idx="1085">
                  <c:v>0.023334581</c:v>
                </c:pt>
                <c:pt idx="1086">
                  <c:v>0.020892961</c:v>
                </c:pt>
                <c:pt idx="1087">
                  <c:v>0.022698648</c:v>
                </c:pt>
                <c:pt idx="1088">
                  <c:v>0.02032357</c:v>
                </c:pt>
                <c:pt idx="1089">
                  <c:v>0.020892961</c:v>
                </c:pt>
                <c:pt idx="1090">
                  <c:v>0.026061535</c:v>
                </c:pt>
                <c:pt idx="1091">
                  <c:v>0.023988329</c:v>
                </c:pt>
                <c:pt idx="1092">
                  <c:v>0.021478305</c:v>
                </c:pt>
                <c:pt idx="1093">
                  <c:v>0.022080047</c:v>
                </c:pt>
                <c:pt idx="1094">
                  <c:v>0.022080047</c:v>
                </c:pt>
                <c:pt idx="1095">
                  <c:v>0.022698648</c:v>
                </c:pt>
                <c:pt idx="1096">
                  <c:v>0.023334581</c:v>
                </c:pt>
                <c:pt idx="1097">
                  <c:v>0.025351286</c:v>
                </c:pt>
                <c:pt idx="1098">
                  <c:v>0.022698648</c:v>
                </c:pt>
                <c:pt idx="1099">
                  <c:v>0.022080047</c:v>
                </c:pt>
                <c:pt idx="1100">
                  <c:v>0.021478305</c:v>
                </c:pt>
                <c:pt idx="1101">
                  <c:v>0.019230917</c:v>
                </c:pt>
                <c:pt idx="1102">
                  <c:v>0.022080047</c:v>
                </c:pt>
                <c:pt idx="1103">
                  <c:v>0.030760968</c:v>
                </c:pt>
                <c:pt idx="1104">
                  <c:v>0.038370725</c:v>
                </c:pt>
                <c:pt idx="1105">
                  <c:v>0.041686937</c:v>
                </c:pt>
                <c:pt idx="1106">
                  <c:v>0.03944573</c:v>
                </c:pt>
                <c:pt idx="1107">
                  <c:v>0.037325017</c:v>
                </c:pt>
                <c:pt idx="1108">
                  <c:v>0.033419505</c:v>
                </c:pt>
                <c:pt idx="1109">
                  <c:v>0.04786301</c:v>
                </c:pt>
                <c:pt idx="1110">
                  <c:v>0.0519996</c:v>
                </c:pt>
                <c:pt idx="1111">
                  <c:v>0.040550854</c:v>
                </c:pt>
                <c:pt idx="1112">
                  <c:v>0.037325017</c:v>
                </c:pt>
                <c:pt idx="1113">
                  <c:v>0.034355793</c:v>
                </c:pt>
                <c:pt idx="1114">
                  <c:v>0.031622775</c:v>
                </c:pt>
                <c:pt idx="1115">
                  <c:v>0.029107172</c:v>
                </c:pt>
                <c:pt idx="1116">
                  <c:v>0.029107172</c:v>
                </c:pt>
                <c:pt idx="1117">
                  <c:v>0.029922646</c:v>
                </c:pt>
                <c:pt idx="1118">
                  <c:v>0.021478305</c:v>
                </c:pt>
                <c:pt idx="1119">
                  <c:v>0.010471285</c:v>
                </c:pt>
                <c:pt idx="1120">
                  <c:v>0.01870682</c:v>
                </c:pt>
                <c:pt idx="1121">
                  <c:v>0.021478305</c:v>
                </c:pt>
                <c:pt idx="1122">
                  <c:v>0.019769697</c:v>
                </c:pt>
                <c:pt idx="1123">
                  <c:v>0.003191538</c:v>
                </c:pt>
                <c:pt idx="1124">
                  <c:v>0.0039810715</c:v>
                </c:pt>
                <c:pt idx="1125">
                  <c:v>0.0031045596</c:v>
                </c:pt>
                <c:pt idx="1126">
                  <c:v>0.003767038</c:v>
                </c:pt>
                <c:pt idx="1127">
                  <c:v>0.00510505</c:v>
                </c:pt>
                <c:pt idx="1128">
                  <c:v>0.0058613815</c:v>
                </c:pt>
                <c:pt idx="1129">
                  <c:v>0.006546362</c:v>
                </c:pt>
                <c:pt idx="1130">
                  <c:v>0.006546362</c:v>
                </c:pt>
                <c:pt idx="1131">
                  <c:v>0.005701643</c:v>
                </c:pt>
                <c:pt idx="1132">
                  <c:v>0.004570882</c:v>
                </c:pt>
                <c:pt idx="1133">
                  <c:v>0.0058613815</c:v>
                </c:pt>
                <c:pt idx="1134">
                  <c:v>0.006546362</c:v>
                </c:pt>
                <c:pt idx="1135">
                  <c:v>0.01870682</c:v>
                </c:pt>
                <c:pt idx="1136">
                  <c:v>0.022698648</c:v>
                </c:pt>
                <c:pt idx="1137">
                  <c:v>0.019230917</c:v>
                </c:pt>
                <c:pt idx="1138">
                  <c:v>0.021478305</c:v>
                </c:pt>
                <c:pt idx="1139">
                  <c:v>0.02831392</c:v>
                </c:pt>
                <c:pt idx="1140">
                  <c:v>0.033419505</c:v>
                </c:pt>
                <c:pt idx="1141">
                  <c:v>0.033419505</c:v>
                </c:pt>
                <c:pt idx="1142">
                  <c:v>0.03944573</c:v>
                </c:pt>
                <c:pt idx="1143">
                  <c:v>0.050582465</c:v>
                </c:pt>
                <c:pt idx="1144">
                  <c:v>0.050582465</c:v>
                </c:pt>
                <c:pt idx="1145">
                  <c:v>0.0613762</c:v>
                </c:pt>
                <c:pt idx="1146">
                  <c:v>0.0613762</c:v>
                </c:pt>
                <c:pt idx="1147">
                  <c:v>0.056493696</c:v>
                </c:pt>
                <c:pt idx="1148">
                  <c:v>0.05495409</c:v>
                </c:pt>
                <c:pt idx="1149">
                  <c:v>0.056493696</c:v>
                </c:pt>
                <c:pt idx="1150">
                  <c:v>0.06309573</c:v>
                </c:pt>
                <c:pt idx="1151">
                  <c:v>0.06309573</c:v>
                </c:pt>
                <c:pt idx="1152">
                  <c:v>0.050582465</c:v>
                </c:pt>
                <c:pt idx="1153">
                  <c:v>0.036307804</c:v>
                </c:pt>
                <c:pt idx="1154">
                  <c:v>0.030760968</c:v>
                </c:pt>
                <c:pt idx="1155">
                  <c:v>0.029107172</c:v>
                </c:pt>
                <c:pt idx="1156">
                  <c:v>0.02831392</c:v>
                </c:pt>
                <c:pt idx="1157">
                  <c:v>0.025351286</c:v>
                </c:pt>
                <c:pt idx="1158">
                  <c:v>0.023334581</c:v>
                </c:pt>
                <c:pt idx="1159">
                  <c:v>0.023334581</c:v>
                </c:pt>
                <c:pt idx="1160">
                  <c:v>0.021478305</c:v>
                </c:pt>
                <c:pt idx="1161">
                  <c:v>0.019769697</c:v>
                </c:pt>
                <c:pt idx="1162">
                  <c:v>0.022080047</c:v>
                </c:pt>
                <c:pt idx="1163">
                  <c:v>0.023334581</c:v>
                </c:pt>
                <c:pt idx="1164">
                  <c:v>0.019769697</c:v>
                </c:pt>
                <c:pt idx="1165">
                  <c:v>0.019230917</c:v>
                </c:pt>
                <c:pt idx="1166">
                  <c:v>0.02032357</c:v>
                </c:pt>
                <c:pt idx="1167">
                  <c:v>0.019230917</c:v>
                </c:pt>
                <c:pt idx="1168">
                  <c:v>0.021478305</c:v>
                </c:pt>
                <c:pt idx="1169">
                  <c:v>0.025351286</c:v>
                </c:pt>
                <c:pt idx="1170">
                  <c:v>0.023334581</c:v>
                </c:pt>
                <c:pt idx="1171">
                  <c:v>0.020892961</c:v>
                </c:pt>
                <c:pt idx="1172">
                  <c:v>0.020892961</c:v>
                </c:pt>
                <c:pt idx="1173">
                  <c:v>0.019230917</c:v>
                </c:pt>
                <c:pt idx="1174">
                  <c:v>0.01819701</c:v>
                </c:pt>
                <c:pt idx="1175">
                  <c:v>0.019769697</c:v>
                </c:pt>
                <c:pt idx="1176">
                  <c:v>0.02032357</c:v>
                </c:pt>
                <c:pt idx="1177">
                  <c:v>0.027542287</c:v>
                </c:pt>
                <c:pt idx="1178">
                  <c:v>0.03531832</c:v>
                </c:pt>
                <c:pt idx="1179">
                  <c:v>0.037325017</c:v>
                </c:pt>
                <c:pt idx="1180">
                  <c:v>0.038370725</c:v>
                </c:pt>
                <c:pt idx="1181">
                  <c:v>0.034355793</c:v>
                </c:pt>
                <c:pt idx="1182">
                  <c:v>0.040550854</c:v>
                </c:pt>
                <c:pt idx="1183">
                  <c:v>0.03944573</c:v>
                </c:pt>
                <c:pt idx="1184">
                  <c:v>0.04528976</c:v>
                </c:pt>
                <c:pt idx="1185">
                  <c:v>0.038370725</c:v>
                </c:pt>
                <c:pt idx="1186">
                  <c:v>0.037325017</c:v>
                </c:pt>
                <c:pt idx="1187">
                  <c:v>0.036307804</c:v>
                </c:pt>
                <c:pt idx="1188">
                  <c:v>0.029922646</c:v>
                </c:pt>
                <c:pt idx="1189">
                  <c:v>0.023988329</c:v>
                </c:pt>
                <c:pt idx="1190">
                  <c:v>0.023988329</c:v>
                </c:pt>
                <c:pt idx="1191">
                  <c:v>0.022698648</c:v>
                </c:pt>
                <c:pt idx="1192">
                  <c:v>0.01819701</c:v>
                </c:pt>
                <c:pt idx="1193">
                  <c:v>0.0031045596</c:v>
                </c:pt>
                <c:pt idx="1194">
                  <c:v>0.002630268</c:v>
                </c:pt>
                <c:pt idx="1195">
                  <c:v>0.0030199517</c:v>
                </c:pt>
                <c:pt idx="1196">
                  <c:v>0.003191538</c:v>
                </c:pt>
                <c:pt idx="1197">
                  <c:v>0.0035645114</c:v>
                </c:pt>
                <c:pt idx="1198">
                  <c:v>0.0036643757</c:v>
                </c:pt>
                <c:pt idx="1199">
                  <c:v>0.0038725764</c:v>
                </c:pt>
                <c:pt idx="1200">
                  <c:v>0.004698941</c:v>
                </c:pt>
                <c:pt idx="1201">
                  <c:v>0.005395106</c:v>
                </c:pt>
                <c:pt idx="1202">
                  <c:v>0.004570882</c:v>
                </c:pt>
                <c:pt idx="1203">
                  <c:v>0.007943282</c:v>
                </c:pt>
                <c:pt idx="1204">
                  <c:v>0.023988329</c:v>
                </c:pt>
                <c:pt idx="1205">
                  <c:v>0.025351286</c:v>
                </c:pt>
                <c:pt idx="1206">
                  <c:v>0.025351286</c:v>
                </c:pt>
                <c:pt idx="1207">
                  <c:v>0.024660394</c:v>
                </c:pt>
                <c:pt idx="1208">
                  <c:v>0.026791682</c:v>
                </c:pt>
                <c:pt idx="1209">
                  <c:v>0.024660394</c:v>
                </c:pt>
                <c:pt idx="1210">
                  <c:v>0.02831392</c:v>
                </c:pt>
                <c:pt idx="1211">
                  <c:v>0.03250873</c:v>
                </c:pt>
                <c:pt idx="1212">
                  <c:v>0.0519996</c:v>
                </c:pt>
                <c:pt idx="1213">
                  <c:v>0.038370725</c:v>
                </c:pt>
                <c:pt idx="1214">
                  <c:v>0.056493696</c:v>
                </c:pt>
                <c:pt idx="1215">
                  <c:v>0.053456437</c:v>
                </c:pt>
                <c:pt idx="1216">
                  <c:v>0.056493696</c:v>
                </c:pt>
                <c:pt idx="1217">
                  <c:v>0.05970353</c:v>
                </c:pt>
                <c:pt idx="1218">
                  <c:v>0.05807644</c:v>
                </c:pt>
                <c:pt idx="1219">
                  <c:v>0.05807644</c:v>
                </c:pt>
                <c:pt idx="1220">
                  <c:v>0.04786301</c:v>
                </c:pt>
                <c:pt idx="1221">
                  <c:v>0.040550854</c:v>
                </c:pt>
                <c:pt idx="1222">
                  <c:v>0.03531832</c:v>
                </c:pt>
                <c:pt idx="1223">
                  <c:v>0.029922646</c:v>
                </c:pt>
                <c:pt idx="1224">
                  <c:v>0.026061535</c:v>
                </c:pt>
                <c:pt idx="1225">
                  <c:v>0.026791682</c:v>
                </c:pt>
                <c:pt idx="1226">
                  <c:v>0.026791682</c:v>
                </c:pt>
                <c:pt idx="1227">
                  <c:v>0.026791682</c:v>
                </c:pt>
                <c:pt idx="1228">
                  <c:v>0.025351286</c:v>
                </c:pt>
                <c:pt idx="1229">
                  <c:v>0.02032357</c:v>
                </c:pt>
                <c:pt idx="1230">
                  <c:v>0.022080047</c:v>
                </c:pt>
                <c:pt idx="1231">
                  <c:v>0.020892961</c:v>
                </c:pt>
                <c:pt idx="1232">
                  <c:v>0.01819701</c:v>
                </c:pt>
                <c:pt idx="1233">
                  <c:v>0.01819701</c:v>
                </c:pt>
                <c:pt idx="1234">
                  <c:v>0.019769697</c:v>
                </c:pt>
                <c:pt idx="1235">
                  <c:v>0.019769697</c:v>
                </c:pt>
                <c:pt idx="1236">
                  <c:v>0.02032357</c:v>
                </c:pt>
                <c:pt idx="1237">
                  <c:v>0.015848933</c:v>
                </c:pt>
                <c:pt idx="1238">
                  <c:v>0.022698648</c:v>
                </c:pt>
                <c:pt idx="1239">
                  <c:v>0.02032357</c:v>
                </c:pt>
                <c:pt idx="1240">
                  <c:v>0.015417005</c:v>
                </c:pt>
                <c:pt idx="1241">
                  <c:v>0.01819701</c:v>
                </c:pt>
                <c:pt idx="1242">
                  <c:v>0.01870682</c:v>
                </c:pt>
                <c:pt idx="1243">
                  <c:v>0.026061535</c:v>
                </c:pt>
                <c:pt idx="1244">
                  <c:v>0.031622775</c:v>
                </c:pt>
                <c:pt idx="1245">
                  <c:v>0.03250873</c:v>
                </c:pt>
                <c:pt idx="1246">
                  <c:v>0.037325017</c:v>
                </c:pt>
                <c:pt idx="1247">
                  <c:v>0.03531832</c:v>
                </c:pt>
                <c:pt idx="1248">
                  <c:v>0.026791682</c:v>
                </c:pt>
                <c:pt idx="1249">
                  <c:v>0.040550854</c:v>
                </c:pt>
                <c:pt idx="1250">
                  <c:v>0.037325017</c:v>
                </c:pt>
                <c:pt idx="1251">
                  <c:v>0.038370725</c:v>
                </c:pt>
                <c:pt idx="1252">
                  <c:v>0.034355793</c:v>
                </c:pt>
                <c:pt idx="1253">
                  <c:v>0.034355793</c:v>
                </c:pt>
                <c:pt idx="1254">
                  <c:v>0.030760968</c:v>
                </c:pt>
                <c:pt idx="1255">
                  <c:v>0.022698648</c:v>
                </c:pt>
                <c:pt idx="1256">
                  <c:v>0.023334581</c:v>
                </c:pt>
                <c:pt idx="1257">
                  <c:v>0.020892961</c:v>
                </c:pt>
                <c:pt idx="1258">
                  <c:v>0.0019408859</c:v>
                </c:pt>
                <c:pt idx="1259">
                  <c:v>0.0027797134</c:v>
                </c:pt>
                <c:pt idx="1260">
                  <c:v>0.0024888574</c:v>
                </c:pt>
                <c:pt idx="1261">
                  <c:v>0.002630268</c:v>
                </c:pt>
                <c:pt idx="1262">
                  <c:v>0.003191538</c:v>
                </c:pt>
                <c:pt idx="1263">
                  <c:v>0.0036643757</c:v>
                </c:pt>
                <c:pt idx="1264">
                  <c:v>0.0039810715</c:v>
                </c:pt>
                <c:pt idx="1265">
                  <c:v>0.004446313</c:v>
                </c:pt>
                <c:pt idx="1266">
                  <c:v>0.005701643</c:v>
                </c:pt>
                <c:pt idx="1267">
                  <c:v>0.00510505</c:v>
                </c:pt>
                <c:pt idx="1268">
                  <c:v>0.0052480744</c:v>
                </c:pt>
                <c:pt idx="1269">
                  <c:v>0.0077268058</c:v>
                </c:pt>
                <c:pt idx="1270">
                  <c:v>0.013061709</c:v>
                </c:pt>
                <c:pt idx="1271">
                  <c:v>0.02032357</c:v>
                </c:pt>
                <c:pt idx="1272">
                  <c:v>0.024660394</c:v>
                </c:pt>
                <c:pt idx="1273">
                  <c:v>0.022080047</c:v>
                </c:pt>
                <c:pt idx="1274">
                  <c:v>0.023988329</c:v>
                </c:pt>
                <c:pt idx="1275">
                  <c:v>0.023988329</c:v>
                </c:pt>
                <c:pt idx="1276">
                  <c:v>0.026061535</c:v>
                </c:pt>
                <c:pt idx="1277">
                  <c:v>0.027542287</c:v>
                </c:pt>
                <c:pt idx="1278">
                  <c:v>0.03250873</c:v>
                </c:pt>
                <c:pt idx="1279">
                  <c:v>0.042854853</c:v>
                </c:pt>
                <c:pt idx="1280">
                  <c:v>0.041686937</c:v>
                </c:pt>
                <c:pt idx="1281">
                  <c:v>0.04786301</c:v>
                </c:pt>
                <c:pt idx="1282">
                  <c:v>0.044055488</c:v>
                </c:pt>
                <c:pt idx="1283">
                  <c:v>0.053456437</c:v>
                </c:pt>
                <c:pt idx="1284">
                  <c:v>0.05495409</c:v>
                </c:pt>
                <c:pt idx="1285">
                  <c:v>0.053456437</c:v>
                </c:pt>
                <c:pt idx="1286">
                  <c:v>0.06309573</c:v>
                </c:pt>
                <c:pt idx="1287">
                  <c:v>0.0519996</c:v>
                </c:pt>
                <c:pt idx="1288">
                  <c:v>0.056493696</c:v>
                </c:pt>
                <c:pt idx="1289">
                  <c:v>0.053456437</c:v>
                </c:pt>
                <c:pt idx="1290">
                  <c:v>0.04786301</c:v>
                </c:pt>
                <c:pt idx="1291">
                  <c:v>0.041686937</c:v>
                </c:pt>
                <c:pt idx="1292">
                  <c:v>0.03250873</c:v>
                </c:pt>
                <c:pt idx="1293">
                  <c:v>0.026791682</c:v>
                </c:pt>
                <c:pt idx="1294">
                  <c:v>0.02831392</c:v>
                </c:pt>
                <c:pt idx="1295">
                  <c:v>0.029922646</c:v>
                </c:pt>
                <c:pt idx="1296">
                  <c:v>0.02831392</c:v>
                </c:pt>
                <c:pt idx="1297">
                  <c:v>0.02831392</c:v>
                </c:pt>
                <c:pt idx="1298">
                  <c:v>0.023334581</c:v>
                </c:pt>
                <c:pt idx="1299">
                  <c:v>0.02032357</c:v>
                </c:pt>
                <c:pt idx="1300">
                  <c:v>0.020892961</c:v>
                </c:pt>
                <c:pt idx="1301">
                  <c:v>0.019230917</c:v>
                </c:pt>
                <c:pt idx="1302">
                  <c:v>0.01770109</c:v>
                </c:pt>
                <c:pt idx="1303">
                  <c:v>0.01342765</c:v>
                </c:pt>
                <c:pt idx="1304">
                  <c:v>0.01819701</c:v>
                </c:pt>
                <c:pt idx="1305">
                  <c:v>0.02032357</c:v>
                </c:pt>
                <c:pt idx="1306">
                  <c:v>0.01770109</c:v>
                </c:pt>
                <c:pt idx="1307">
                  <c:v>0.020892961</c:v>
                </c:pt>
                <c:pt idx="1308">
                  <c:v>0.026791682</c:v>
                </c:pt>
                <c:pt idx="1309">
                  <c:v>0.026061535</c:v>
                </c:pt>
                <c:pt idx="1310">
                  <c:v>0.034355793</c:v>
                </c:pt>
                <c:pt idx="1311">
                  <c:v>0.03531832</c:v>
                </c:pt>
                <c:pt idx="1312">
                  <c:v>0.037325017</c:v>
                </c:pt>
                <c:pt idx="1313">
                  <c:v>0.030760968</c:v>
                </c:pt>
                <c:pt idx="1314">
                  <c:v>0.037325017</c:v>
                </c:pt>
                <c:pt idx="1315">
                  <c:v>0.031622775</c:v>
                </c:pt>
                <c:pt idx="1316">
                  <c:v>0.031622775</c:v>
                </c:pt>
                <c:pt idx="1317">
                  <c:v>0.03250873</c:v>
                </c:pt>
                <c:pt idx="1318">
                  <c:v>0.02831392</c:v>
                </c:pt>
                <c:pt idx="1319">
                  <c:v>0.021478305</c:v>
                </c:pt>
                <c:pt idx="1320">
                  <c:v>0.02032357</c:v>
                </c:pt>
                <c:pt idx="1321">
                  <c:v>0.0029376496</c:v>
                </c:pt>
                <c:pt idx="1322">
                  <c:v>0.003280953</c:v>
                </c:pt>
                <c:pt idx="1323">
                  <c:v>0.004698941</c:v>
                </c:pt>
                <c:pt idx="1324">
                  <c:v>0.00510505</c:v>
                </c:pt>
                <c:pt idx="1325">
                  <c:v>0.00510505</c:v>
                </c:pt>
                <c:pt idx="1326">
                  <c:v>0.0049659233</c:v>
                </c:pt>
                <c:pt idx="1327">
                  <c:v>0.01770109</c:v>
                </c:pt>
                <c:pt idx="1328">
                  <c:v>0.022080047</c:v>
                </c:pt>
                <c:pt idx="1329">
                  <c:v>0.020892961</c:v>
                </c:pt>
                <c:pt idx="1330">
                  <c:v>0.020892961</c:v>
                </c:pt>
                <c:pt idx="1331">
                  <c:v>0.021478305</c:v>
                </c:pt>
                <c:pt idx="1332">
                  <c:v>0.026061535</c:v>
                </c:pt>
                <c:pt idx="1333">
                  <c:v>0.023334581</c:v>
                </c:pt>
                <c:pt idx="1334">
                  <c:v>0.02831392</c:v>
                </c:pt>
                <c:pt idx="1335">
                  <c:v>0.037325017</c:v>
                </c:pt>
                <c:pt idx="1336">
                  <c:v>0.04655861</c:v>
                </c:pt>
                <c:pt idx="1337">
                  <c:v>0.044055488</c:v>
                </c:pt>
                <c:pt idx="1338">
                  <c:v>0.04528976</c:v>
                </c:pt>
                <c:pt idx="1339">
                  <c:v>0.053456437</c:v>
                </c:pt>
                <c:pt idx="1340">
                  <c:v>0.0519996</c:v>
                </c:pt>
                <c:pt idx="1341">
                  <c:v>0.05807644</c:v>
                </c:pt>
                <c:pt idx="1342">
                  <c:v>0.056493696</c:v>
                </c:pt>
                <c:pt idx="1343">
                  <c:v>0.049203955</c:v>
                </c:pt>
                <c:pt idx="1344">
                  <c:v>0.04786301</c:v>
                </c:pt>
                <c:pt idx="1345">
                  <c:v>0.04655861</c:v>
                </c:pt>
                <c:pt idx="1346">
                  <c:v>0.050582465</c:v>
                </c:pt>
                <c:pt idx="1347">
                  <c:v>0.044055488</c:v>
                </c:pt>
                <c:pt idx="1348">
                  <c:v>0.036307804</c:v>
                </c:pt>
                <c:pt idx="1349">
                  <c:v>0.030760968</c:v>
                </c:pt>
                <c:pt idx="1350">
                  <c:v>0.029107172</c:v>
                </c:pt>
                <c:pt idx="1351">
                  <c:v>0.029922646</c:v>
                </c:pt>
                <c:pt idx="1352">
                  <c:v>0.029922646</c:v>
                </c:pt>
                <c:pt idx="1353">
                  <c:v>0.025351286</c:v>
                </c:pt>
                <c:pt idx="1354">
                  <c:v>0.023988329</c:v>
                </c:pt>
                <c:pt idx="1355">
                  <c:v>0.020892961</c:v>
                </c:pt>
                <c:pt idx="1356">
                  <c:v>0.021478305</c:v>
                </c:pt>
                <c:pt idx="1357">
                  <c:v>0.019769697</c:v>
                </c:pt>
                <c:pt idx="1358">
                  <c:v>0.01629296</c:v>
                </c:pt>
                <c:pt idx="1359">
                  <c:v>0.0138038425</c:v>
                </c:pt>
                <c:pt idx="1360">
                  <c:v>0.01870682</c:v>
                </c:pt>
                <c:pt idx="1361">
                  <c:v>0.019769697</c:v>
                </c:pt>
                <c:pt idx="1362">
                  <c:v>0.023988329</c:v>
                </c:pt>
                <c:pt idx="1363">
                  <c:v>0.023334581</c:v>
                </c:pt>
                <c:pt idx="1364">
                  <c:v>0.029922646</c:v>
                </c:pt>
                <c:pt idx="1365">
                  <c:v>0.037325017</c:v>
                </c:pt>
                <c:pt idx="1366">
                  <c:v>0.031622775</c:v>
                </c:pt>
                <c:pt idx="1367">
                  <c:v>0.029107172</c:v>
                </c:pt>
                <c:pt idx="1368">
                  <c:v>0.033419505</c:v>
                </c:pt>
                <c:pt idx="1369">
                  <c:v>0.031622775</c:v>
                </c:pt>
                <c:pt idx="1370">
                  <c:v>0.029922646</c:v>
                </c:pt>
                <c:pt idx="1371">
                  <c:v>0.033419505</c:v>
                </c:pt>
                <c:pt idx="1372">
                  <c:v>0.029107172</c:v>
                </c:pt>
                <c:pt idx="1373">
                  <c:v>0.019769697</c:v>
                </c:pt>
                <c:pt idx="1374">
                  <c:v>0.01819701</c:v>
                </c:pt>
                <c:pt idx="1375">
                  <c:v>0.0038725764</c:v>
                </c:pt>
                <c:pt idx="1376">
                  <c:v>0.006194411</c:v>
                </c:pt>
                <c:pt idx="1377">
                  <c:v>0.00510505</c:v>
                </c:pt>
                <c:pt idx="1378">
                  <c:v>0.006194411</c:v>
                </c:pt>
                <c:pt idx="1379">
                  <c:v>0.017218687</c:v>
                </c:pt>
                <c:pt idx="1380">
                  <c:v>0.017218687</c:v>
                </c:pt>
                <c:pt idx="1381">
                  <c:v>0.01819701</c:v>
                </c:pt>
                <c:pt idx="1382">
                  <c:v>0.02032357</c:v>
                </c:pt>
                <c:pt idx="1383">
                  <c:v>0.023334581</c:v>
                </c:pt>
                <c:pt idx="1384">
                  <c:v>0.020892961</c:v>
                </c:pt>
                <c:pt idx="1385">
                  <c:v>0.023334581</c:v>
                </c:pt>
                <c:pt idx="1386">
                  <c:v>0.036307804</c:v>
                </c:pt>
                <c:pt idx="1387">
                  <c:v>0.041686937</c:v>
                </c:pt>
                <c:pt idx="1388">
                  <c:v>0.03944573</c:v>
                </c:pt>
                <c:pt idx="1389">
                  <c:v>0.04528976</c:v>
                </c:pt>
                <c:pt idx="1390">
                  <c:v>0.0519996</c:v>
                </c:pt>
                <c:pt idx="1391">
                  <c:v>0.049203955</c:v>
                </c:pt>
                <c:pt idx="1392">
                  <c:v>0.056493696</c:v>
                </c:pt>
                <c:pt idx="1393">
                  <c:v>0.041686937</c:v>
                </c:pt>
                <c:pt idx="1394">
                  <c:v>0.04655861</c:v>
                </c:pt>
                <c:pt idx="1395">
                  <c:v>0.040550854</c:v>
                </c:pt>
                <c:pt idx="1396">
                  <c:v>0.041686937</c:v>
                </c:pt>
                <c:pt idx="1397">
                  <c:v>0.038370725</c:v>
                </c:pt>
                <c:pt idx="1398">
                  <c:v>0.04655861</c:v>
                </c:pt>
                <c:pt idx="1399">
                  <c:v>0.038370725</c:v>
                </c:pt>
                <c:pt idx="1400">
                  <c:v>0.033419505</c:v>
                </c:pt>
                <c:pt idx="1401">
                  <c:v>0.029107172</c:v>
                </c:pt>
                <c:pt idx="1402">
                  <c:v>0.024660394</c:v>
                </c:pt>
                <c:pt idx="1403">
                  <c:v>0.027542287</c:v>
                </c:pt>
                <c:pt idx="1404">
                  <c:v>0.023334581</c:v>
                </c:pt>
                <c:pt idx="1405">
                  <c:v>0.022698648</c:v>
                </c:pt>
                <c:pt idx="1406">
                  <c:v>0.019769697</c:v>
                </c:pt>
                <c:pt idx="1407">
                  <c:v>0.020892961</c:v>
                </c:pt>
                <c:pt idx="1408">
                  <c:v>0.01870682</c:v>
                </c:pt>
                <c:pt idx="1409">
                  <c:v>0.019769697</c:v>
                </c:pt>
                <c:pt idx="1410">
                  <c:v>0.023988329</c:v>
                </c:pt>
                <c:pt idx="1411">
                  <c:v>0.024660394</c:v>
                </c:pt>
                <c:pt idx="1412">
                  <c:v>0.026791682</c:v>
                </c:pt>
                <c:pt idx="1413">
                  <c:v>0.030760968</c:v>
                </c:pt>
                <c:pt idx="1414">
                  <c:v>0.030760968</c:v>
                </c:pt>
                <c:pt idx="1415">
                  <c:v>0.03531832</c:v>
                </c:pt>
                <c:pt idx="1416">
                  <c:v>0.034355793</c:v>
                </c:pt>
                <c:pt idx="1417">
                  <c:v>0.030760968</c:v>
                </c:pt>
                <c:pt idx="1418">
                  <c:v>0.026791682</c:v>
                </c:pt>
                <c:pt idx="1419">
                  <c:v>0.026061535</c:v>
                </c:pt>
                <c:pt idx="1420">
                  <c:v>0.027542287</c:v>
                </c:pt>
                <c:pt idx="1421">
                  <c:v>0.01870682</c:v>
                </c:pt>
                <c:pt idx="1422">
                  <c:v>0.0029376496</c:v>
                </c:pt>
                <c:pt idx="1423">
                  <c:v>0.003767038</c:v>
                </c:pt>
                <c:pt idx="1424">
                  <c:v>0.00510505</c:v>
                </c:pt>
                <c:pt idx="1425">
                  <c:v>0.004830588</c:v>
                </c:pt>
                <c:pt idx="1426">
                  <c:v>0.006025596</c:v>
                </c:pt>
                <c:pt idx="1427">
                  <c:v>0.019769697</c:v>
                </c:pt>
                <c:pt idx="1428">
                  <c:v>0.022698648</c:v>
                </c:pt>
                <c:pt idx="1429">
                  <c:v>0.023988329</c:v>
                </c:pt>
                <c:pt idx="1430">
                  <c:v>0.03531832</c:v>
                </c:pt>
                <c:pt idx="1431">
                  <c:v>0.037325017</c:v>
                </c:pt>
                <c:pt idx="1432">
                  <c:v>0.03531832</c:v>
                </c:pt>
                <c:pt idx="1433">
                  <c:v>0.042854853</c:v>
                </c:pt>
                <c:pt idx="1434">
                  <c:v>0.050582465</c:v>
                </c:pt>
                <c:pt idx="1435">
                  <c:v>0.056493696</c:v>
                </c:pt>
                <c:pt idx="1436">
                  <c:v>0.050582465</c:v>
                </c:pt>
                <c:pt idx="1437">
                  <c:v>0.06309573</c:v>
                </c:pt>
                <c:pt idx="1438">
                  <c:v>0.044055488</c:v>
                </c:pt>
                <c:pt idx="1439">
                  <c:v>0.04528976</c:v>
                </c:pt>
                <c:pt idx="1440">
                  <c:v>0.031622775</c:v>
                </c:pt>
                <c:pt idx="1441">
                  <c:v>0.029107172</c:v>
                </c:pt>
                <c:pt idx="1442">
                  <c:v>0.037325017</c:v>
                </c:pt>
                <c:pt idx="1443">
                  <c:v>0.040550854</c:v>
                </c:pt>
                <c:pt idx="1444">
                  <c:v>0.036307804</c:v>
                </c:pt>
                <c:pt idx="1445">
                  <c:v>0.034355793</c:v>
                </c:pt>
                <c:pt idx="1446">
                  <c:v>0.027542287</c:v>
                </c:pt>
                <c:pt idx="1447">
                  <c:v>0.022698648</c:v>
                </c:pt>
                <c:pt idx="1448">
                  <c:v>0.023988329</c:v>
                </c:pt>
                <c:pt idx="1449">
                  <c:v>0.025351286</c:v>
                </c:pt>
                <c:pt idx="1450">
                  <c:v>0.025351286</c:v>
                </c:pt>
                <c:pt idx="1451">
                  <c:v>0.019769697</c:v>
                </c:pt>
                <c:pt idx="1452">
                  <c:v>0.01819701</c:v>
                </c:pt>
                <c:pt idx="1453">
                  <c:v>0.015417005</c:v>
                </c:pt>
                <c:pt idx="1454">
                  <c:v>0.01870682</c:v>
                </c:pt>
                <c:pt idx="1455">
                  <c:v>0.022698648</c:v>
                </c:pt>
                <c:pt idx="1456">
                  <c:v>0.023334581</c:v>
                </c:pt>
                <c:pt idx="1457">
                  <c:v>0.020892961</c:v>
                </c:pt>
                <c:pt idx="1458">
                  <c:v>0.02032357</c:v>
                </c:pt>
                <c:pt idx="1459">
                  <c:v>0.02831392</c:v>
                </c:pt>
                <c:pt idx="1460">
                  <c:v>0.031622775</c:v>
                </c:pt>
                <c:pt idx="1461">
                  <c:v>0.02831392</c:v>
                </c:pt>
                <c:pt idx="1462">
                  <c:v>0.026791682</c:v>
                </c:pt>
                <c:pt idx="1463">
                  <c:v>0.025351286</c:v>
                </c:pt>
                <c:pt idx="1464">
                  <c:v>0.023988329</c:v>
                </c:pt>
                <c:pt idx="1465">
                  <c:v>0.020892961</c:v>
                </c:pt>
                <c:pt idx="1466">
                  <c:v>0.0014321879</c:v>
                </c:pt>
                <c:pt idx="1467">
                  <c:v>0.0024210291</c:v>
                </c:pt>
                <c:pt idx="1468">
                  <c:v>0.0027797134</c:v>
                </c:pt>
                <c:pt idx="1469">
                  <c:v>0.003280953</c:v>
                </c:pt>
                <c:pt idx="1470">
                  <c:v>0.0039810715</c:v>
                </c:pt>
                <c:pt idx="1471">
                  <c:v>0.004698941</c:v>
                </c:pt>
                <c:pt idx="1472">
                  <c:v>0.014996848</c:v>
                </c:pt>
                <c:pt idx="1473">
                  <c:v>0.019230917</c:v>
                </c:pt>
                <c:pt idx="1474">
                  <c:v>0.031622775</c:v>
                </c:pt>
                <c:pt idx="1475">
                  <c:v>0.036307804</c:v>
                </c:pt>
                <c:pt idx="1476">
                  <c:v>0.03250873</c:v>
                </c:pt>
                <c:pt idx="1477">
                  <c:v>0.03944573</c:v>
                </c:pt>
                <c:pt idx="1478">
                  <c:v>0.042854853</c:v>
                </c:pt>
                <c:pt idx="1479">
                  <c:v>0.040550854</c:v>
                </c:pt>
                <c:pt idx="1480">
                  <c:v>0.050582465</c:v>
                </c:pt>
                <c:pt idx="1481">
                  <c:v>0.0613762</c:v>
                </c:pt>
                <c:pt idx="1482">
                  <c:v>0.042854853</c:v>
                </c:pt>
                <c:pt idx="1483">
                  <c:v>0.044055488</c:v>
                </c:pt>
                <c:pt idx="1484">
                  <c:v>0.02831392</c:v>
                </c:pt>
                <c:pt idx="1485">
                  <c:v>0.026791682</c:v>
                </c:pt>
                <c:pt idx="1486">
                  <c:v>0.03250873</c:v>
                </c:pt>
                <c:pt idx="1487">
                  <c:v>0.033419505</c:v>
                </c:pt>
                <c:pt idx="1488">
                  <c:v>0.033419505</c:v>
                </c:pt>
                <c:pt idx="1489">
                  <c:v>0.033419505</c:v>
                </c:pt>
                <c:pt idx="1490">
                  <c:v>0.026061535</c:v>
                </c:pt>
                <c:pt idx="1491">
                  <c:v>0.02032357</c:v>
                </c:pt>
                <c:pt idx="1492">
                  <c:v>0.021478305</c:v>
                </c:pt>
                <c:pt idx="1493">
                  <c:v>0.022698648</c:v>
                </c:pt>
                <c:pt idx="1494">
                  <c:v>0.023988329</c:v>
                </c:pt>
                <c:pt idx="1495">
                  <c:v>0.01770109</c:v>
                </c:pt>
                <c:pt idx="1496">
                  <c:v>0.016749429</c:v>
                </c:pt>
                <c:pt idx="1497">
                  <c:v>0.02032357</c:v>
                </c:pt>
                <c:pt idx="1498">
                  <c:v>0.020892961</c:v>
                </c:pt>
                <c:pt idx="1499">
                  <c:v>0.02032357</c:v>
                </c:pt>
                <c:pt idx="1500">
                  <c:v>0.01870682</c:v>
                </c:pt>
                <c:pt idx="1501">
                  <c:v>0.022698648</c:v>
                </c:pt>
                <c:pt idx="1502">
                  <c:v>0.020892961</c:v>
                </c:pt>
                <c:pt idx="1503">
                  <c:v>0.023334581</c:v>
                </c:pt>
                <c:pt idx="1504">
                  <c:v>0.021478305</c:v>
                </c:pt>
                <c:pt idx="1505">
                  <c:v>0.022080047</c:v>
                </c:pt>
                <c:pt idx="1506">
                  <c:v>0.023334581</c:v>
                </c:pt>
                <c:pt idx="1507">
                  <c:v>0.01870682</c:v>
                </c:pt>
                <c:pt idx="1508">
                  <c:v>0.0024888574</c:v>
                </c:pt>
                <c:pt idx="1509">
                  <c:v>0.0029376496</c:v>
                </c:pt>
                <c:pt idx="1510">
                  <c:v>0.0039810715</c:v>
                </c:pt>
                <c:pt idx="1511">
                  <c:v>0.0052480744</c:v>
                </c:pt>
                <c:pt idx="1512">
                  <c:v>0.005395106</c:v>
                </c:pt>
                <c:pt idx="1513">
                  <c:v>0.0063679554</c:v>
                </c:pt>
                <c:pt idx="1514">
                  <c:v>0.01629296</c:v>
                </c:pt>
                <c:pt idx="1515">
                  <c:v>0.024660394</c:v>
                </c:pt>
                <c:pt idx="1516">
                  <c:v>0.030760968</c:v>
                </c:pt>
                <c:pt idx="1517">
                  <c:v>0.026061535</c:v>
                </c:pt>
                <c:pt idx="1518">
                  <c:v>0.033419505</c:v>
                </c:pt>
                <c:pt idx="1519">
                  <c:v>0.03531832</c:v>
                </c:pt>
                <c:pt idx="1520">
                  <c:v>0.033419505</c:v>
                </c:pt>
                <c:pt idx="1521">
                  <c:v>0.04528976</c:v>
                </c:pt>
                <c:pt idx="1522">
                  <c:v>0.05495409</c:v>
                </c:pt>
                <c:pt idx="1523">
                  <c:v>0.05970353</c:v>
                </c:pt>
                <c:pt idx="1524">
                  <c:v>0.038370725</c:v>
                </c:pt>
                <c:pt idx="1525">
                  <c:v>0.03944573</c:v>
                </c:pt>
                <c:pt idx="1526">
                  <c:v>0.026061535</c:v>
                </c:pt>
                <c:pt idx="1527">
                  <c:v>0.024660394</c:v>
                </c:pt>
                <c:pt idx="1528">
                  <c:v>0.034355793</c:v>
                </c:pt>
                <c:pt idx="1529">
                  <c:v>0.03250873</c:v>
                </c:pt>
                <c:pt idx="1530">
                  <c:v>0.029107172</c:v>
                </c:pt>
                <c:pt idx="1531">
                  <c:v>0.030760968</c:v>
                </c:pt>
                <c:pt idx="1532">
                  <c:v>0.029107172</c:v>
                </c:pt>
                <c:pt idx="1533">
                  <c:v>0.022080047</c:v>
                </c:pt>
                <c:pt idx="1534">
                  <c:v>0.01819701</c:v>
                </c:pt>
                <c:pt idx="1535">
                  <c:v>0.019230917</c:v>
                </c:pt>
                <c:pt idx="1536">
                  <c:v>0.019769697</c:v>
                </c:pt>
                <c:pt idx="1537">
                  <c:v>0.019769697</c:v>
                </c:pt>
                <c:pt idx="1538">
                  <c:v>0.014996848</c:v>
                </c:pt>
                <c:pt idx="1539">
                  <c:v>0.019769697</c:v>
                </c:pt>
                <c:pt idx="1540">
                  <c:v>0.01819701</c:v>
                </c:pt>
                <c:pt idx="1541">
                  <c:v>0.01870682</c:v>
                </c:pt>
                <c:pt idx="1542">
                  <c:v>0.019230917</c:v>
                </c:pt>
                <c:pt idx="1543">
                  <c:v>0.004570882</c:v>
                </c:pt>
                <c:pt idx="1544">
                  <c:v>0.005395106</c:v>
                </c:pt>
                <c:pt idx="1545">
                  <c:v>0.013061709</c:v>
                </c:pt>
                <c:pt idx="1546">
                  <c:v>0.029922646</c:v>
                </c:pt>
                <c:pt idx="1547">
                  <c:v>0.02831392</c:v>
                </c:pt>
                <c:pt idx="1548">
                  <c:v>0.03944573</c:v>
                </c:pt>
                <c:pt idx="1549">
                  <c:v>0.033419505</c:v>
                </c:pt>
                <c:pt idx="1550">
                  <c:v>0.04655861</c:v>
                </c:pt>
                <c:pt idx="1551">
                  <c:v>0.04655861</c:v>
                </c:pt>
                <c:pt idx="1552">
                  <c:v>0.029922646</c:v>
                </c:pt>
                <c:pt idx="1553">
                  <c:v>0.027542287</c:v>
                </c:pt>
                <c:pt idx="1554">
                  <c:v>0.023988329</c:v>
                </c:pt>
                <c:pt idx="1555">
                  <c:v>0.022698648</c:v>
                </c:pt>
                <c:pt idx="1556">
                  <c:v>0.022080047</c:v>
                </c:pt>
                <c:pt idx="1557">
                  <c:v>0.025351286</c:v>
                </c:pt>
                <c:pt idx="1558">
                  <c:v>0.030760968</c:v>
                </c:pt>
                <c:pt idx="1559">
                  <c:v>0.033419505</c:v>
                </c:pt>
                <c:pt idx="1560">
                  <c:v>0.031622775</c:v>
                </c:pt>
                <c:pt idx="1561">
                  <c:v>0.026061535</c:v>
                </c:pt>
                <c:pt idx="1562">
                  <c:v>0.020892961</c:v>
                </c:pt>
                <c:pt idx="1563">
                  <c:v>0.01870682</c:v>
                </c:pt>
                <c:pt idx="1564">
                  <c:v>0.01819701</c:v>
                </c:pt>
                <c:pt idx="1565">
                  <c:v>0.01819701</c:v>
                </c:pt>
                <c:pt idx="1566">
                  <c:v>0.01342765</c:v>
                </c:pt>
                <c:pt idx="1567">
                  <c:v>0.011376273</c:v>
                </c:pt>
                <c:pt idx="1568">
                  <c:v>0.00963829</c:v>
                </c:pt>
                <c:pt idx="1569">
                  <c:v>0.0083946</c:v>
                </c:pt>
                <c:pt idx="1570">
                  <c:v>0.002558586</c:v>
                </c:pt>
                <c:pt idx="1571">
                  <c:v>0.0029376496</c:v>
                </c:pt>
                <c:pt idx="1572">
                  <c:v>0.0035645114</c:v>
                </c:pt>
                <c:pt idx="1573">
                  <c:v>0.0035645114</c:v>
                </c:pt>
                <c:pt idx="1574">
                  <c:v>0.005395106</c:v>
                </c:pt>
                <c:pt idx="1575">
                  <c:v>0.03531832</c:v>
                </c:pt>
                <c:pt idx="1576">
                  <c:v>0.016749429</c:v>
                </c:pt>
                <c:pt idx="1577">
                  <c:v>0.031622775</c:v>
                </c:pt>
                <c:pt idx="1578">
                  <c:v>0.027542287</c:v>
                </c:pt>
                <c:pt idx="1579">
                  <c:v>0.02032357</c:v>
                </c:pt>
                <c:pt idx="1580">
                  <c:v>0.01870682</c:v>
                </c:pt>
                <c:pt idx="1581">
                  <c:v>0.02032357</c:v>
                </c:pt>
                <c:pt idx="1582">
                  <c:v>0.02032357</c:v>
                </c:pt>
                <c:pt idx="1583">
                  <c:v>0.021478305</c:v>
                </c:pt>
                <c:pt idx="1584">
                  <c:v>0.024660394</c:v>
                </c:pt>
                <c:pt idx="1585">
                  <c:v>0.029107172</c:v>
                </c:pt>
                <c:pt idx="1586">
                  <c:v>0.033419505</c:v>
                </c:pt>
                <c:pt idx="1587">
                  <c:v>0.033419505</c:v>
                </c:pt>
                <c:pt idx="1588">
                  <c:v>0.026791682</c:v>
                </c:pt>
                <c:pt idx="1589">
                  <c:v>0.02032357</c:v>
                </c:pt>
                <c:pt idx="1590">
                  <c:v>0.019230917</c:v>
                </c:pt>
                <c:pt idx="1591">
                  <c:v>0.009908319</c:v>
                </c:pt>
                <c:pt idx="1592">
                  <c:v>0.011694994</c:v>
                </c:pt>
                <c:pt idx="1593">
                  <c:v>0.01342765</c:v>
                </c:pt>
                <c:pt idx="1594">
                  <c:v>0.00048752848</c:v>
                </c:pt>
                <c:pt idx="1595">
                  <c:v>0.0028575906</c:v>
                </c:pt>
                <c:pt idx="1596">
                  <c:v>0.0033728732</c:v>
                </c:pt>
                <c:pt idx="1597">
                  <c:v>0.0039810715</c:v>
                </c:pt>
                <c:pt idx="1598">
                  <c:v>0.0043251384</c:v>
                </c:pt>
                <c:pt idx="1599">
                  <c:v>0.0043251384</c:v>
                </c:pt>
                <c:pt idx="1600">
                  <c:v>0.004698941</c:v>
                </c:pt>
                <c:pt idx="1601">
                  <c:v>0.004446313</c:v>
                </c:pt>
                <c:pt idx="1602">
                  <c:v>0.01819701</c:v>
                </c:pt>
                <c:pt idx="1603">
                  <c:v>0.022080047</c:v>
                </c:pt>
                <c:pt idx="1604">
                  <c:v>0.023334581</c:v>
                </c:pt>
                <c:pt idx="1605">
                  <c:v>0.026791682</c:v>
                </c:pt>
                <c:pt idx="1606">
                  <c:v>0.029107172</c:v>
                </c:pt>
                <c:pt idx="1607">
                  <c:v>0.027542287</c:v>
                </c:pt>
                <c:pt idx="1608">
                  <c:v>0.029107172</c:v>
                </c:pt>
                <c:pt idx="1609">
                  <c:v>0.026061535</c:v>
                </c:pt>
                <c:pt idx="1610">
                  <c:v>0.023988329</c:v>
                </c:pt>
                <c:pt idx="1611">
                  <c:v>0.016749429</c:v>
                </c:pt>
                <c:pt idx="1612">
                  <c:v>0.014588143</c:v>
                </c:pt>
                <c:pt idx="1613">
                  <c:v>0.0138038425</c:v>
                </c:pt>
                <c:pt idx="1614">
                  <c:v>0.0052480744</c:v>
                </c:pt>
                <c:pt idx="1615">
                  <c:v>0.005701643</c:v>
                </c:pt>
                <c:pt idx="1616">
                  <c:v>0.005701643</c:v>
                </c:pt>
                <c:pt idx="1617">
                  <c:v>0.004698941</c:v>
                </c:pt>
                <c:pt idx="1618">
                  <c:v>0.0043251384</c:v>
                </c:pt>
                <c:pt idx="1619">
                  <c:v>0.003767038</c:v>
                </c:pt>
                <c:pt idx="1620">
                  <c:v>0.0035645114</c:v>
                </c:pt>
                <c:pt idx="1621">
                  <c:v>0.0036643757</c:v>
                </c:pt>
                <c:pt idx="1622">
                  <c:v>0.0043251384</c:v>
                </c:pt>
                <c:pt idx="1623">
                  <c:v>0.004830588</c:v>
                </c:pt>
                <c:pt idx="1624">
                  <c:v>0.0049659233</c:v>
                </c:pt>
                <c:pt idx="1625">
                  <c:v>0.016749429</c:v>
                </c:pt>
                <c:pt idx="1626">
                  <c:v>0.011376273</c:v>
                </c:pt>
                <c:pt idx="1627">
                  <c:v>0.01629296</c:v>
                </c:pt>
                <c:pt idx="1628">
                  <c:v>0.014190575</c:v>
                </c:pt>
                <c:pt idx="1629">
                  <c:v>0.017218687</c:v>
                </c:pt>
                <c:pt idx="1630">
                  <c:v>0.017218687</c:v>
                </c:pt>
                <c:pt idx="1631">
                  <c:v>0.020892961</c:v>
                </c:pt>
                <c:pt idx="1632">
                  <c:v>0.021478305</c:v>
                </c:pt>
                <c:pt idx="1633">
                  <c:v>0.019769697</c:v>
                </c:pt>
                <c:pt idx="1634">
                  <c:v>0.020892961</c:v>
                </c:pt>
                <c:pt idx="1635">
                  <c:v>0.025351286</c:v>
                </c:pt>
                <c:pt idx="1636">
                  <c:v>0.024660394</c:v>
                </c:pt>
                <c:pt idx="1637">
                  <c:v>0.022698648</c:v>
                </c:pt>
                <c:pt idx="1638">
                  <c:v>0.022080047</c:v>
                </c:pt>
                <c:pt idx="1639">
                  <c:v>0.01819701</c:v>
                </c:pt>
                <c:pt idx="1640">
                  <c:v>0.0138038425</c:v>
                </c:pt>
                <c:pt idx="1641">
                  <c:v>0.012022644</c:v>
                </c:pt>
                <c:pt idx="1642">
                  <c:v>0.0027797134</c:v>
                </c:pt>
                <c:pt idx="1643">
                  <c:v>0.003767038</c:v>
                </c:pt>
                <c:pt idx="1644">
                  <c:v>0.0036643757</c:v>
                </c:pt>
                <c:pt idx="1645">
                  <c:v>0.0038725764</c:v>
                </c:pt>
                <c:pt idx="1646">
                  <c:v>0.0039810715</c:v>
                </c:pt>
                <c:pt idx="1647">
                  <c:v>0.0040926067</c:v>
                </c:pt>
                <c:pt idx="1648">
                  <c:v>0.0042072665</c:v>
                </c:pt>
                <c:pt idx="1649">
                  <c:v>0.0049659233</c:v>
                </c:pt>
                <c:pt idx="1650">
                  <c:v>0.0049659233</c:v>
                </c:pt>
                <c:pt idx="1651">
                  <c:v>0.015848933</c:v>
                </c:pt>
                <c:pt idx="1652">
                  <c:v>0.014190575</c:v>
                </c:pt>
                <c:pt idx="1653">
                  <c:v>0.024660394</c:v>
                </c:pt>
                <c:pt idx="1654">
                  <c:v>0.007943282</c:v>
                </c:pt>
                <c:pt idx="1655">
                  <c:v>0.01770109</c:v>
                </c:pt>
                <c:pt idx="1656">
                  <c:v>0.016749429</c:v>
                </c:pt>
                <c:pt idx="1657">
                  <c:v>0.019769697</c:v>
                </c:pt>
                <c:pt idx="1658">
                  <c:v>0.019230917</c:v>
                </c:pt>
                <c:pt idx="1659">
                  <c:v>0.017218687</c:v>
                </c:pt>
                <c:pt idx="1660">
                  <c:v>0.014588143</c:v>
                </c:pt>
                <c:pt idx="1661">
                  <c:v>0.015417005</c:v>
                </c:pt>
                <c:pt idx="1662">
                  <c:v>0.02032357</c:v>
                </c:pt>
                <c:pt idx="1663">
                  <c:v>0.019230917</c:v>
                </c:pt>
                <c:pt idx="1664">
                  <c:v>0.01870682</c:v>
                </c:pt>
                <c:pt idx="1665">
                  <c:v>0.017218687</c:v>
                </c:pt>
                <c:pt idx="1666">
                  <c:v>0.0016904409</c:v>
                </c:pt>
                <c:pt idx="1667">
                  <c:v>0.012359475</c:v>
                </c:pt>
                <c:pt idx="1668">
                  <c:v>0.012022644</c:v>
                </c:pt>
                <c:pt idx="1669">
                  <c:v>0.004446313</c:v>
                </c:pt>
                <c:pt idx="1670">
                  <c:v>0.0038725764</c:v>
                </c:pt>
                <c:pt idx="1671">
                  <c:v>0.0034673684</c:v>
                </c:pt>
                <c:pt idx="1672">
                  <c:v>0.004570882</c:v>
                </c:pt>
                <c:pt idx="1673">
                  <c:v>0.004698941</c:v>
                </c:pt>
                <c:pt idx="1674">
                  <c:v>0.0040926067</c:v>
                </c:pt>
                <c:pt idx="1675">
                  <c:v>0.004446313</c:v>
                </c:pt>
                <c:pt idx="1676">
                  <c:v>0.00510505</c:v>
                </c:pt>
                <c:pt idx="1677">
                  <c:v>0.00510505</c:v>
                </c:pt>
                <c:pt idx="1678">
                  <c:v>0.005546257</c:v>
                </c:pt>
                <c:pt idx="1679">
                  <c:v>0.005701643</c:v>
                </c:pt>
                <c:pt idx="1680">
                  <c:v>0.007943282</c:v>
                </c:pt>
                <c:pt idx="1681">
                  <c:v>0.007943282</c:v>
                </c:pt>
                <c:pt idx="1682">
                  <c:v>0.01629296</c:v>
                </c:pt>
                <c:pt idx="1683">
                  <c:v>0.011694994</c:v>
                </c:pt>
                <c:pt idx="1684">
                  <c:v>0.0052480744</c:v>
                </c:pt>
                <c:pt idx="1685">
                  <c:v>0.0052480744</c:v>
                </c:pt>
                <c:pt idx="1686">
                  <c:v>0.0052480744</c:v>
                </c:pt>
                <c:pt idx="1687">
                  <c:v>0.006025596</c:v>
                </c:pt>
                <c:pt idx="1688">
                  <c:v>0.005546257</c:v>
                </c:pt>
                <c:pt idx="1689">
                  <c:v>0.006194411</c:v>
                </c:pt>
                <c:pt idx="1690">
                  <c:v>0.00510505</c:v>
                </c:pt>
                <c:pt idx="1691">
                  <c:v>0.00510505</c:v>
                </c:pt>
                <c:pt idx="1692">
                  <c:v>0.005395106</c:v>
                </c:pt>
                <c:pt idx="1693">
                  <c:v>0.006025596</c:v>
                </c:pt>
                <c:pt idx="1694">
                  <c:v>0.006194411</c:v>
                </c:pt>
                <c:pt idx="1695">
                  <c:v>0.008165823</c:v>
                </c:pt>
                <c:pt idx="1696">
                  <c:v>0.007943282</c:v>
                </c:pt>
                <c:pt idx="1697">
                  <c:v>0.0077268058</c:v>
                </c:pt>
                <c:pt idx="1698">
                  <c:v>0.008165823</c:v>
                </c:pt>
                <c:pt idx="1699">
                  <c:v>0.007516229</c:v>
                </c:pt>
                <c:pt idx="1700">
                  <c:v>0.006194411</c:v>
                </c:pt>
                <c:pt idx="1701">
                  <c:v>0.0063679554</c:v>
                </c:pt>
                <c:pt idx="1702">
                  <c:v>0.0063679554</c:v>
                </c:pt>
                <c:pt idx="1703">
                  <c:v>0.0063679554</c:v>
                </c:pt>
                <c:pt idx="1704">
                  <c:v>0.01770109</c:v>
                </c:pt>
                <c:pt idx="1705">
                  <c:v>0.0030199517</c:v>
                </c:pt>
                <c:pt idx="1706">
                  <c:v>0.012022644</c:v>
                </c:pt>
                <c:pt idx="1707">
                  <c:v>0.010471285</c:v>
                </c:pt>
                <c:pt idx="1708">
                  <c:v>0.005701643</c:v>
                </c:pt>
                <c:pt idx="1709">
                  <c:v>0.0038725764</c:v>
                </c:pt>
                <c:pt idx="1710">
                  <c:v>0.0069183097</c:v>
                </c:pt>
                <c:pt idx="1711">
                  <c:v>0.0077268058</c:v>
                </c:pt>
                <c:pt idx="1712">
                  <c:v>0.007516229</c:v>
                </c:pt>
                <c:pt idx="1713">
                  <c:v>0.0077268058</c:v>
                </c:pt>
                <c:pt idx="1714">
                  <c:v>0.007943282</c:v>
                </c:pt>
                <c:pt idx="1715">
                  <c:v>0.008165823</c:v>
                </c:pt>
                <c:pt idx="1716">
                  <c:v>0.0069183097</c:v>
                </c:pt>
                <c:pt idx="1717">
                  <c:v>0.006194411</c:v>
                </c:pt>
                <c:pt idx="1718">
                  <c:v>0.0058613815</c:v>
                </c:pt>
                <c:pt idx="1719">
                  <c:v>0.0063679554</c:v>
                </c:pt>
                <c:pt idx="1720">
                  <c:v>0.0069183097</c:v>
                </c:pt>
                <c:pt idx="1721">
                  <c:v>0.0077268058</c:v>
                </c:pt>
                <c:pt idx="1722">
                  <c:v>0.0077268058</c:v>
                </c:pt>
                <c:pt idx="1723">
                  <c:v>0.007516229</c:v>
                </c:pt>
                <c:pt idx="1724">
                  <c:v>0.007112135</c:v>
                </c:pt>
                <c:pt idx="1725">
                  <c:v>0.006194411</c:v>
                </c:pt>
                <c:pt idx="1726">
                  <c:v>0.0063679554</c:v>
                </c:pt>
                <c:pt idx="1727">
                  <c:v>0.005701643</c:v>
                </c:pt>
                <c:pt idx="1728">
                  <c:v>0.005395106</c:v>
                </c:pt>
                <c:pt idx="1729">
                  <c:v>0.005546257</c:v>
                </c:pt>
                <c:pt idx="1730">
                  <c:v>0.009908319</c:v>
                </c:pt>
                <c:pt idx="1731">
                  <c:v>0.006194411</c:v>
                </c:pt>
                <c:pt idx="1732">
                  <c:v>0.004830588</c:v>
                </c:pt>
                <c:pt idx="1733">
                  <c:v>0.009120109</c:v>
                </c:pt>
                <c:pt idx="1734">
                  <c:v>0.012022644</c:v>
                </c:pt>
                <c:pt idx="1735">
                  <c:v>0.007112135</c:v>
                </c:pt>
                <c:pt idx="1736">
                  <c:v>0.00887156</c:v>
                </c:pt>
                <c:pt idx="1737">
                  <c:v>0.008629786</c:v>
                </c:pt>
                <c:pt idx="1738">
                  <c:v>0.007112135</c:v>
                </c:pt>
                <c:pt idx="1739">
                  <c:v>0.0063679554</c:v>
                </c:pt>
                <c:pt idx="1740">
                  <c:v>0.0063679554</c:v>
                </c:pt>
                <c:pt idx="1741">
                  <c:v>0.005546257</c:v>
                </c:pt>
                <c:pt idx="1742">
                  <c:v>0.005546257</c:v>
                </c:pt>
                <c:pt idx="1743">
                  <c:v>0.0083946</c:v>
                </c:pt>
                <c:pt idx="1744">
                  <c:v>0.012022644</c:v>
                </c:pt>
                <c:pt idx="1745">
                  <c:v>0.008629786</c:v>
                </c:pt>
                <c:pt idx="1746">
                  <c:v>0.008629786</c:v>
                </c:pt>
                <c:pt idx="1747">
                  <c:v>0.0083946</c:v>
                </c:pt>
                <c:pt idx="1748">
                  <c:v>0.0077268058</c:v>
                </c:pt>
                <c:pt idx="1749">
                  <c:v>0.006025596</c:v>
                </c:pt>
                <c:pt idx="1750">
                  <c:v>0.005701643</c:v>
                </c:pt>
                <c:pt idx="1751">
                  <c:v>0.006194411</c:v>
                </c:pt>
                <c:pt idx="1752">
                  <c:v>0.013061709</c:v>
                </c:pt>
                <c:pt idx="1753">
                  <c:v>0.010764652</c:v>
                </c:pt>
                <c:pt idx="1754">
                  <c:v>0.011694994</c:v>
                </c:pt>
                <c:pt idx="1755">
                  <c:v>0.01629296</c:v>
                </c:pt>
                <c:pt idx="1756">
                  <c:v>0.0058613815</c:v>
                </c:pt>
                <c:pt idx="1757">
                  <c:v>0.006194411</c:v>
                </c:pt>
                <c:pt idx="1758">
                  <c:v>0.0067297667</c:v>
                </c:pt>
                <c:pt idx="1759">
                  <c:v>0.007516229</c:v>
                </c:pt>
                <c:pt idx="1760">
                  <c:v>0.0017378008</c:v>
                </c:pt>
                <c:pt idx="1761">
                  <c:v>0.01342765</c:v>
                </c:pt>
                <c:pt idx="1762">
                  <c:v>0.0138038425</c:v>
                </c:pt>
                <c:pt idx="1763">
                  <c:v>0.011376273</c:v>
                </c:pt>
                <c:pt idx="1764">
                  <c:v>0.0138038425</c:v>
                </c:pt>
                <c:pt idx="1765">
                  <c:v>0.01342765</c:v>
                </c:pt>
                <c:pt idx="1766">
                  <c:v>0.015848933</c:v>
                </c:pt>
                <c:pt idx="1767">
                  <c:v>0.015848933</c:v>
                </c:pt>
                <c:pt idx="1768">
                  <c:v>0.014588143</c:v>
                </c:pt>
                <c:pt idx="1769">
                  <c:v>0.014588143</c:v>
                </c:pt>
                <c:pt idx="1770">
                  <c:v>0.017218687</c:v>
                </c:pt>
                <c:pt idx="1771">
                  <c:v>0.006194411</c:v>
                </c:pt>
                <c:pt idx="1772">
                  <c:v>0.012022644</c:v>
                </c:pt>
                <c:pt idx="1773">
                  <c:v>0.014190575</c:v>
                </c:pt>
                <c:pt idx="1774">
                  <c:v>0.015417005</c:v>
                </c:pt>
                <c:pt idx="1775">
                  <c:v>0.011694994</c:v>
                </c:pt>
                <c:pt idx="1776">
                  <c:v>0.0138038425</c:v>
                </c:pt>
                <c:pt idx="1777">
                  <c:v>0.015417005</c:v>
                </c:pt>
                <c:pt idx="1778">
                  <c:v>0.019769697</c:v>
                </c:pt>
                <c:pt idx="1779">
                  <c:v>0.021478305</c:v>
                </c:pt>
                <c:pt idx="1780">
                  <c:v>0.020892961</c:v>
                </c:pt>
                <c:pt idx="1781">
                  <c:v>0.02032357</c:v>
                </c:pt>
                <c:pt idx="1782">
                  <c:v>0.01819701</c:v>
                </c:pt>
                <c:pt idx="1783">
                  <c:v>0.016749429</c:v>
                </c:pt>
                <c:pt idx="1784">
                  <c:v>0.014588143</c:v>
                </c:pt>
                <c:pt idx="1785">
                  <c:v>0.01770109</c:v>
                </c:pt>
                <c:pt idx="1786">
                  <c:v>0.027542287</c:v>
                </c:pt>
                <c:pt idx="1787">
                  <c:v>0.037325017</c:v>
                </c:pt>
                <c:pt idx="1788">
                  <c:v>0.026061535</c:v>
                </c:pt>
                <c:pt idx="1789">
                  <c:v>0.019230917</c:v>
                </c:pt>
                <c:pt idx="1790">
                  <c:v>0.013061709</c:v>
                </c:pt>
                <c:pt idx="1791">
                  <c:v>0.0063679554</c:v>
                </c:pt>
                <c:pt idx="1792">
                  <c:v>0.005395106</c:v>
                </c:pt>
                <c:pt idx="1793">
                  <c:v>0.004698941</c:v>
                </c:pt>
                <c:pt idx="1794">
                  <c:v>0.0040926067</c:v>
                </c:pt>
                <c:pt idx="1795">
                  <c:v>0.00510505</c:v>
                </c:pt>
                <c:pt idx="1796">
                  <c:v>0.0052480744</c:v>
                </c:pt>
                <c:pt idx="1797">
                  <c:v>0.0063679554</c:v>
                </c:pt>
                <c:pt idx="1798">
                  <c:v>0.0027797134</c:v>
                </c:pt>
                <c:pt idx="1799">
                  <c:v>0.0013931568</c:v>
                </c:pt>
                <c:pt idx="1800">
                  <c:v>0.012705741</c:v>
                </c:pt>
                <c:pt idx="1801">
                  <c:v>0.014190575</c:v>
                </c:pt>
                <c:pt idx="1802">
                  <c:v>0.014996848</c:v>
                </c:pt>
                <c:pt idx="1803">
                  <c:v>0.013061709</c:v>
                </c:pt>
                <c:pt idx="1804">
                  <c:v>0.014996848</c:v>
                </c:pt>
                <c:pt idx="1805">
                  <c:v>0.021478305</c:v>
                </c:pt>
                <c:pt idx="1806">
                  <c:v>0.01870682</c:v>
                </c:pt>
                <c:pt idx="1807">
                  <c:v>0.021478305</c:v>
                </c:pt>
                <c:pt idx="1808">
                  <c:v>0.019769697</c:v>
                </c:pt>
                <c:pt idx="1809">
                  <c:v>0.019769697</c:v>
                </c:pt>
                <c:pt idx="1810">
                  <c:v>0.01770109</c:v>
                </c:pt>
                <c:pt idx="1811">
                  <c:v>0.01629296</c:v>
                </c:pt>
                <c:pt idx="1812">
                  <c:v>0.011376273</c:v>
                </c:pt>
                <c:pt idx="1813">
                  <c:v>0.015848933</c:v>
                </c:pt>
                <c:pt idx="1814">
                  <c:v>0.023988329</c:v>
                </c:pt>
                <c:pt idx="1815">
                  <c:v>0.026061535</c:v>
                </c:pt>
                <c:pt idx="1816">
                  <c:v>0.030760968</c:v>
                </c:pt>
                <c:pt idx="1817">
                  <c:v>0.041686937</c:v>
                </c:pt>
                <c:pt idx="1818">
                  <c:v>0.04786301</c:v>
                </c:pt>
                <c:pt idx="1819">
                  <c:v>0.036307804</c:v>
                </c:pt>
                <c:pt idx="1820">
                  <c:v>0.020892961</c:v>
                </c:pt>
                <c:pt idx="1821">
                  <c:v>0.014190575</c:v>
                </c:pt>
                <c:pt idx="1822">
                  <c:v>0.010764652</c:v>
                </c:pt>
                <c:pt idx="1823">
                  <c:v>0.0058613815</c:v>
                </c:pt>
                <c:pt idx="1824">
                  <c:v>0.006194411</c:v>
                </c:pt>
                <c:pt idx="1825">
                  <c:v>0.0058613815</c:v>
                </c:pt>
                <c:pt idx="1826">
                  <c:v>0.006025596</c:v>
                </c:pt>
                <c:pt idx="1827">
                  <c:v>0.005701643</c:v>
                </c:pt>
                <c:pt idx="1828">
                  <c:v>0.005701643</c:v>
                </c:pt>
                <c:pt idx="1829">
                  <c:v>0.003191538</c:v>
                </c:pt>
                <c:pt idx="1830">
                  <c:v>0.003767038</c:v>
                </c:pt>
                <c:pt idx="1831">
                  <c:v>0.00887156</c:v>
                </c:pt>
                <c:pt idx="1832">
                  <c:v>0.024660394</c:v>
                </c:pt>
                <c:pt idx="1833">
                  <c:v>0.026061535</c:v>
                </c:pt>
                <c:pt idx="1834">
                  <c:v>0.016749429</c:v>
                </c:pt>
                <c:pt idx="1835">
                  <c:v>0.012359475</c:v>
                </c:pt>
                <c:pt idx="1836">
                  <c:v>0.014996848</c:v>
                </c:pt>
                <c:pt idx="1837">
                  <c:v>0.01770109</c:v>
                </c:pt>
                <c:pt idx="1838">
                  <c:v>0.012359475</c:v>
                </c:pt>
                <c:pt idx="1839">
                  <c:v>0.00887156</c:v>
                </c:pt>
                <c:pt idx="1840">
                  <c:v>0.019769697</c:v>
                </c:pt>
                <c:pt idx="1841">
                  <c:v>0.023334581</c:v>
                </c:pt>
                <c:pt idx="1842">
                  <c:v>0.027542287</c:v>
                </c:pt>
                <c:pt idx="1843">
                  <c:v>0.03250873</c:v>
                </c:pt>
                <c:pt idx="1844">
                  <c:v>0.042854853</c:v>
                </c:pt>
                <c:pt idx="1845">
                  <c:v>0.04528976</c:v>
                </c:pt>
                <c:pt idx="1846">
                  <c:v>0.041686937</c:v>
                </c:pt>
                <c:pt idx="1847">
                  <c:v>0.024660394</c:v>
                </c:pt>
                <c:pt idx="1848">
                  <c:v>0.01819701</c:v>
                </c:pt>
                <c:pt idx="1849">
                  <c:v>0.0138038425</c:v>
                </c:pt>
                <c:pt idx="1850">
                  <c:v>0.006194411</c:v>
                </c:pt>
                <c:pt idx="1851">
                  <c:v>0.006025596</c:v>
                </c:pt>
                <c:pt idx="1852">
                  <c:v>0.00887156</c:v>
                </c:pt>
                <c:pt idx="1853">
                  <c:v>0.00963829</c:v>
                </c:pt>
                <c:pt idx="1854">
                  <c:v>0.0067297667</c:v>
                </c:pt>
                <c:pt idx="1855">
                  <c:v>0.006025596</c:v>
                </c:pt>
                <c:pt idx="1856">
                  <c:v>0.005701643</c:v>
                </c:pt>
                <c:pt idx="1857">
                  <c:v>0.004830588</c:v>
                </c:pt>
                <c:pt idx="1858">
                  <c:v>0.004570882</c:v>
                </c:pt>
                <c:pt idx="1859">
                  <c:v>0.0042072665</c:v>
                </c:pt>
                <c:pt idx="1860">
                  <c:v>0.0038725764</c:v>
                </c:pt>
                <c:pt idx="1861">
                  <c:v>0.0035645114</c:v>
                </c:pt>
                <c:pt idx="1862">
                  <c:v>0.014190575</c:v>
                </c:pt>
                <c:pt idx="1863">
                  <c:v>0.0039810715</c:v>
                </c:pt>
                <c:pt idx="1864">
                  <c:v>0.027542287</c:v>
                </c:pt>
                <c:pt idx="1865">
                  <c:v>0.015417005</c:v>
                </c:pt>
                <c:pt idx="1866">
                  <c:v>0.011694994</c:v>
                </c:pt>
                <c:pt idx="1867">
                  <c:v>0.01342765</c:v>
                </c:pt>
                <c:pt idx="1868">
                  <c:v>0.010185914</c:v>
                </c:pt>
                <c:pt idx="1869">
                  <c:v>0.02032357</c:v>
                </c:pt>
                <c:pt idx="1870">
                  <c:v>0.022698648</c:v>
                </c:pt>
                <c:pt idx="1871">
                  <c:v>0.030760968</c:v>
                </c:pt>
                <c:pt idx="1872">
                  <c:v>0.044055488</c:v>
                </c:pt>
                <c:pt idx="1873">
                  <c:v>0.04528976</c:v>
                </c:pt>
                <c:pt idx="1874">
                  <c:v>0.042854853</c:v>
                </c:pt>
                <c:pt idx="1875">
                  <c:v>0.027542287</c:v>
                </c:pt>
                <c:pt idx="1876">
                  <c:v>0.016749429</c:v>
                </c:pt>
                <c:pt idx="1877">
                  <c:v>0.015848933</c:v>
                </c:pt>
                <c:pt idx="1878">
                  <c:v>0.00887156</c:v>
                </c:pt>
                <c:pt idx="1879">
                  <c:v>0.00887156</c:v>
                </c:pt>
                <c:pt idx="1880">
                  <c:v>0.00937562</c:v>
                </c:pt>
                <c:pt idx="1881">
                  <c:v>0.014996848</c:v>
                </c:pt>
                <c:pt idx="1882">
                  <c:v>0.014190575</c:v>
                </c:pt>
                <c:pt idx="1883">
                  <c:v>0.0067297667</c:v>
                </c:pt>
                <c:pt idx="1884">
                  <c:v>0.0063679554</c:v>
                </c:pt>
                <c:pt idx="1885">
                  <c:v>0.0058613815</c:v>
                </c:pt>
                <c:pt idx="1886">
                  <c:v>0.005395106</c:v>
                </c:pt>
                <c:pt idx="1887">
                  <c:v>0.004570882</c:v>
                </c:pt>
                <c:pt idx="1888">
                  <c:v>0.004830588</c:v>
                </c:pt>
                <c:pt idx="1889">
                  <c:v>0.014588143</c:v>
                </c:pt>
                <c:pt idx="1890">
                  <c:v>0.016749429</c:v>
                </c:pt>
                <c:pt idx="1891">
                  <c:v>0.023334581</c:v>
                </c:pt>
                <c:pt idx="1892">
                  <c:v>0.022080047</c:v>
                </c:pt>
                <c:pt idx="1893">
                  <c:v>0.01819701</c:v>
                </c:pt>
                <c:pt idx="1894">
                  <c:v>0.01819701</c:v>
                </c:pt>
                <c:pt idx="1895">
                  <c:v>0.02032357</c:v>
                </c:pt>
                <c:pt idx="1896">
                  <c:v>0.023988329</c:v>
                </c:pt>
                <c:pt idx="1897">
                  <c:v>0.037325017</c:v>
                </c:pt>
                <c:pt idx="1898">
                  <c:v>0.0519996</c:v>
                </c:pt>
                <c:pt idx="1899">
                  <c:v>0.049203955</c:v>
                </c:pt>
                <c:pt idx="1900">
                  <c:v>0.033419505</c:v>
                </c:pt>
                <c:pt idx="1901">
                  <c:v>0.01770109</c:v>
                </c:pt>
                <c:pt idx="1902">
                  <c:v>0.015417005</c:v>
                </c:pt>
                <c:pt idx="1903">
                  <c:v>0.014190575</c:v>
                </c:pt>
                <c:pt idx="1904">
                  <c:v>0.011694994</c:v>
                </c:pt>
                <c:pt idx="1905">
                  <c:v>0.004446313</c:v>
                </c:pt>
                <c:pt idx="1906">
                  <c:v>0.004570882</c:v>
                </c:pt>
                <c:pt idx="1907">
                  <c:v>0.0042072665</c:v>
                </c:pt>
                <c:pt idx="1908">
                  <c:v>0.0138038425</c:v>
                </c:pt>
                <c:pt idx="1909">
                  <c:v>0.01629296</c:v>
                </c:pt>
                <c:pt idx="1910">
                  <c:v>0.01819701</c:v>
                </c:pt>
                <c:pt idx="1911">
                  <c:v>0.02032357</c:v>
                </c:pt>
                <c:pt idx="1912">
                  <c:v>0.024660394</c:v>
                </c:pt>
                <c:pt idx="1913">
                  <c:v>0.026791682</c:v>
                </c:pt>
                <c:pt idx="1914">
                  <c:v>0.024660394</c:v>
                </c:pt>
                <c:pt idx="1915">
                  <c:v>0.026061535</c:v>
                </c:pt>
                <c:pt idx="1916">
                  <c:v>0.03250873</c:v>
                </c:pt>
                <c:pt idx="1917">
                  <c:v>0.044055488</c:v>
                </c:pt>
                <c:pt idx="1918">
                  <c:v>0.04655861</c:v>
                </c:pt>
                <c:pt idx="1919">
                  <c:v>0.03944573</c:v>
                </c:pt>
                <c:pt idx="1920">
                  <c:v>0.023334581</c:v>
                </c:pt>
                <c:pt idx="1921">
                  <c:v>0.01819701</c:v>
                </c:pt>
                <c:pt idx="1922">
                  <c:v>0.01629296</c:v>
                </c:pt>
                <c:pt idx="1923">
                  <c:v>0.022698648</c:v>
                </c:pt>
                <c:pt idx="1924">
                  <c:v>0.020892961</c:v>
                </c:pt>
                <c:pt idx="1925">
                  <c:v>0.026061535</c:v>
                </c:pt>
                <c:pt idx="1926">
                  <c:v>0.012705741</c:v>
                </c:pt>
                <c:pt idx="1927">
                  <c:v>0.008165823</c:v>
                </c:pt>
                <c:pt idx="1928">
                  <c:v>0.008629786</c:v>
                </c:pt>
                <c:pt idx="1929">
                  <c:v>0.0058613815</c:v>
                </c:pt>
                <c:pt idx="1930">
                  <c:v>0.0029376496</c:v>
                </c:pt>
                <c:pt idx="1931">
                  <c:v>0.012705741</c:v>
                </c:pt>
                <c:pt idx="1932">
                  <c:v>0.015417005</c:v>
                </c:pt>
                <c:pt idx="1933">
                  <c:v>0.020892961</c:v>
                </c:pt>
                <c:pt idx="1934">
                  <c:v>0.03531832</c:v>
                </c:pt>
                <c:pt idx="1935">
                  <c:v>0.030760968</c:v>
                </c:pt>
                <c:pt idx="1936">
                  <c:v>0.026061535</c:v>
                </c:pt>
                <c:pt idx="1937">
                  <c:v>0.031622775</c:v>
                </c:pt>
                <c:pt idx="1938">
                  <c:v>0.030760968</c:v>
                </c:pt>
                <c:pt idx="1939">
                  <c:v>0.040550854</c:v>
                </c:pt>
                <c:pt idx="1940">
                  <c:v>0.033419505</c:v>
                </c:pt>
                <c:pt idx="1941">
                  <c:v>0.026791682</c:v>
                </c:pt>
                <c:pt idx="1942">
                  <c:v>0.0138038425</c:v>
                </c:pt>
                <c:pt idx="1943">
                  <c:v>0.022080047</c:v>
                </c:pt>
                <c:pt idx="1944">
                  <c:v>0.012705741</c:v>
                </c:pt>
                <c:pt idx="1945">
                  <c:v>0.012705741</c:v>
                </c:pt>
                <c:pt idx="1946">
                  <c:v>0.007943282</c:v>
                </c:pt>
                <c:pt idx="1947">
                  <c:v>0.016749429</c:v>
                </c:pt>
                <c:pt idx="1948">
                  <c:v>0.027542287</c:v>
                </c:pt>
                <c:pt idx="1949">
                  <c:v>0.038370725</c:v>
                </c:pt>
                <c:pt idx="1950">
                  <c:v>0.015417005</c:v>
                </c:pt>
                <c:pt idx="1951">
                  <c:v>0.006025596</c:v>
                </c:pt>
                <c:pt idx="1952">
                  <c:v>0.003191538</c:v>
                </c:pt>
                <c:pt idx="1953">
                  <c:v>0.0036643757</c:v>
                </c:pt>
                <c:pt idx="1954">
                  <c:v>0.012022644</c:v>
                </c:pt>
                <c:pt idx="1955">
                  <c:v>0.014588143</c:v>
                </c:pt>
                <c:pt idx="1956">
                  <c:v>0.01770109</c:v>
                </c:pt>
                <c:pt idx="1957">
                  <c:v>0.029922646</c:v>
                </c:pt>
                <c:pt idx="1958">
                  <c:v>0.037325017</c:v>
                </c:pt>
                <c:pt idx="1959">
                  <c:v>0.031622775</c:v>
                </c:pt>
                <c:pt idx="1960">
                  <c:v>0.022698648</c:v>
                </c:pt>
                <c:pt idx="1961">
                  <c:v>0.030760968</c:v>
                </c:pt>
                <c:pt idx="1962">
                  <c:v>0.024660394</c:v>
                </c:pt>
                <c:pt idx="1963">
                  <c:v>0.026791682</c:v>
                </c:pt>
                <c:pt idx="1964">
                  <c:v>0.023334581</c:v>
                </c:pt>
                <c:pt idx="1965">
                  <c:v>0.023988329</c:v>
                </c:pt>
                <c:pt idx="1966">
                  <c:v>0.024660394</c:v>
                </c:pt>
                <c:pt idx="1967">
                  <c:v>0.017218687</c:v>
                </c:pt>
                <c:pt idx="1968">
                  <c:v>0.01870682</c:v>
                </c:pt>
                <c:pt idx="1969">
                  <c:v>0.021478305</c:v>
                </c:pt>
                <c:pt idx="1970">
                  <c:v>0.01870682</c:v>
                </c:pt>
                <c:pt idx="1971">
                  <c:v>0.024660394</c:v>
                </c:pt>
                <c:pt idx="1972">
                  <c:v>0.026061535</c:v>
                </c:pt>
                <c:pt idx="1973">
                  <c:v>0.016749429</c:v>
                </c:pt>
                <c:pt idx="1974">
                  <c:v>0.012022644</c:v>
                </c:pt>
                <c:pt idx="1975">
                  <c:v>0.01629296</c:v>
                </c:pt>
                <c:pt idx="1976">
                  <c:v>0.021478305</c:v>
                </c:pt>
                <c:pt idx="1977">
                  <c:v>0.026061535</c:v>
                </c:pt>
                <c:pt idx="1978">
                  <c:v>0.031622775</c:v>
                </c:pt>
                <c:pt idx="1979">
                  <c:v>0.019769697</c:v>
                </c:pt>
                <c:pt idx="1980">
                  <c:v>0.019769697</c:v>
                </c:pt>
                <c:pt idx="1981">
                  <c:v>0.021478305</c:v>
                </c:pt>
                <c:pt idx="1982">
                  <c:v>0.022698648</c:v>
                </c:pt>
                <c:pt idx="1983">
                  <c:v>0.023334581</c:v>
                </c:pt>
                <c:pt idx="1984">
                  <c:v>0.022698648</c:v>
                </c:pt>
                <c:pt idx="1985">
                  <c:v>0.024660394</c:v>
                </c:pt>
                <c:pt idx="1986">
                  <c:v>0.02831392</c:v>
                </c:pt>
                <c:pt idx="1987">
                  <c:v>0.01870682</c:v>
                </c:pt>
                <c:pt idx="1988">
                  <c:v>0.01629296</c:v>
                </c:pt>
                <c:pt idx="1989">
                  <c:v>0.00510505</c:v>
                </c:pt>
                <c:pt idx="1990">
                  <c:v>0.0042072665</c:v>
                </c:pt>
                <c:pt idx="1991">
                  <c:v>0.016749429</c:v>
                </c:pt>
                <c:pt idx="1992">
                  <c:v>0.013061709</c:v>
                </c:pt>
                <c:pt idx="1993">
                  <c:v>0.022080047</c:v>
                </c:pt>
                <c:pt idx="1994">
                  <c:v>0.021478305</c:v>
                </c:pt>
                <c:pt idx="1995">
                  <c:v>0.012359475</c:v>
                </c:pt>
                <c:pt idx="1996">
                  <c:v>0.01819701</c:v>
                </c:pt>
                <c:pt idx="1997">
                  <c:v>0.020892961</c:v>
                </c:pt>
                <c:pt idx="1998">
                  <c:v>0.022698648</c:v>
                </c:pt>
                <c:pt idx="1999">
                  <c:v>0.019230917</c:v>
                </c:pt>
                <c:pt idx="2000">
                  <c:v>0.015848933</c:v>
                </c:pt>
                <c:pt idx="2001">
                  <c:v>0.012359475</c:v>
                </c:pt>
                <c:pt idx="2002">
                  <c:v>0.00887156</c:v>
                </c:pt>
                <c:pt idx="2003">
                  <c:v>0.011376273</c:v>
                </c:pt>
                <c:pt idx="2004">
                  <c:v>0.00963829</c:v>
                </c:pt>
                <c:pt idx="2005">
                  <c:v>0.007112135</c:v>
                </c:pt>
                <c:pt idx="2006">
                  <c:v>0.0077268058</c:v>
                </c:pt>
                <c:pt idx="2007">
                  <c:v>0.017218687</c:v>
                </c:pt>
                <c:pt idx="2008">
                  <c:v>0.017218687</c:v>
                </c:pt>
                <c:pt idx="2009">
                  <c:v>0.01870682</c:v>
                </c:pt>
                <c:pt idx="2010">
                  <c:v>0.02831392</c:v>
                </c:pt>
                <c:pt idx="2011">
                  <c:v>0.026791682</c:v>
                </c:pt>
                <c:pt idx="2012">
                  <c:v>0.022698648</c:v>
                </c:pt>
                <c:pt idx="2013">
                  <c:v>0.021478305</c:v>
                </c:pt>
                <c:pt idx="2014">
                  <c:v>0.023334581</c:v>
                </c:pt>
                <c:pt idx="2015">
                  <c:v>0.023988329</c:v>
                </c:pt>
                <c:pt idx="2016">
                  <c:v>0.027542287</c:v>
                </c:pt>
                <c:pt idx="2017">
                  <c:v>0.021478305</c:v>
                </c:pt>
                <c:pt idx="2018">
                  <c:v>0.019769697</c:v>
                </c:pt>
                <c:pt idx="2019">
                  <c:v>0.013061709</c:v>
                </c:pt>
                <c:pt idx="2020">
                  <c:v>0.010185914</c:v>
                </c:pt>
                <c:pt idx="2021">
                  <c:v>0.004698941</c:v>
                </c:pt>
                <c:pt idx="2022">
                  <c:v>0.004570882</c:v>
                </c:pt>
                <c:pt idx="2023">
                  <c:v>0.003767038</c:v>
                </c:pt>
                <c:pt idx="2024">
                  <c:v>0.021478305</c:v>
                </c:pt>
                <c:pt idx="2025">
                  <c:v>0.024660394</c:v>
                </c:pt>
                <c:pt idx="2026">
                  <c:v>0.026791682</c:v>
                </c:pt>
                <c:pt idx="2027">
                  <c:v>0.029107172</c:v>
                </c:pt>
                <c:pt idx="2028">
                  <c:v>0.029922646</c:v>
                </c:pt>
                <c:pt idx="2029">
                  <c:v>0.031622775</c:v>
                </c:pt>
                <c:pt idx="2030">
                  <c:v>0.023334581</c:v>
                </c:pt>
                <c:pt idx="2031">
                  <c:v>0.021478305</c:v>
                </c:pt>
                <c:pt idx="2032">
                  <c:v>0.022080047</c:v>
                </c:pt>
                <c:pt idx="2033">
                  <c:v>0.027542287</c:v>
                </c:pt>
                <c:pt idx="2034">
                  <c:v>0.030760968</c:v>
                </c:pt>
                <c:pt idx="2035">
                  <c:v>0.03250873</c:v>
                </c:pt>
                <c:pt idx="2036">
                  <c:v>0.03250873</c:v>
                </c:pt>
                <c:pt idx="2037">
                  <c:v>0.029107172</c:v>
                </c:pt>
                <c:pt idx="2038">
                  <c:v>0.026061535</c:v>
                </c:pt>
                <c:pt idx="2039">
                  <c:v>0.02831392</c:v>
                </c:pt>
                <c:pt idx="2040">
                  <c:v>0.026061535</c:v>
                </c:pt>
                <c:pt idx="2041">
                  <c:v>0.029922646</c:v>
                </c:pt>
                <c:pt idx="2042">
                  <c:v>0.024660394</c:v>
                </c:pt>
                <c:pt idx="2043">
                  <c:v>0.02032357</c:v>
                </c:pt>
                <c:pt idx="2044">
                  <c:v>0.019230917</c:v>
                </c:pt>
                <c:pt idx="2045">
                  <c:v>0.021478305</c:v>
                </c:pt>
                <c:pt idx="2046">
                  <c:v>0.021478305</c:v>
                </c:pt>
                <c:pt idx="2047">
                  <c:v>0.02032357</c:v>
                </c:pt>
                <c:pt idx="2048">
                  <c:v>0.0063679554</c:v>
                </c:pt>
                <c:pt idx="2049">
                  <c:v>0.0073113907</c:v>
                </c:pt>
                <c:pt idx="2050">
                  <c:v>0.02032357</c:v>
                </c:pt>
                <c:pt idx="2051">
                  <c:v>0.019769697</c:v>
                </c:pt>
                <c:pt idx="2052">
                  <c:v>0.02032357</c:v>
                </c:pt>
                <c:pt idx="2053">
                  <c:v>0.022698648</c:v>
                </c:pt>
                <c:pt idx="2054">
                  <c:v>0.027542287</c:v>
                </c:pt>
                <c:pt idx="2055">
                  <c:v>0.029107172</c:v>
                </c:pt>
                <c:pt idx="2056">
                  <c:v>0.031622775</c:v>
                </c:pt>
                <c:pt idx="2057">
                  <c:v>0.03250873</c:v>
                </c:pt>
                <c:pt idx="2058">
                  <c:v>0.029922646</c:v>
                </c:pt>
                <c:pt idx="2059">
                  <c:v>0.031622775</c:v>
                </c:pt>
                <c:pt idx="2060">
                  <c:v>0.033419505</c:v>
                </c:pt>
                <c:pt idx="2061">
                  <c:v>0.03250873</c:v>
                </c:pt>
                <c:pt idx="2062">
                  <c:v>0.030760968</c:v>
                </c:pt>
                <c:pt idx="2063">
                  <c:v>0.026061535</c:v>
                </c:pt>
                <c:pt idx="2064">
                  <c:v>0.025351286</c:v>
                </c:pt>
                <c:pt idx="2065">
                  <c:v>0.019769697</c:v>
                </c:pt>
                <c:pt idx="2066">
                  <c:v>0.027542287</c:v>
                </c:pt>
                <c:pt idx="2067">
                  <c:v>0.026791682</c:v>
                </c:pt>
                <c:pt idx="2068">
                  <c:v>0.023334581</c:v>
                </c:pt>
                <c:pt idx="2069">
                  <c:v>0.022698648</c:v>
                </c:pt>
                <c:pt idx="2070">
                  <c:v>0.023988329</c:v>
                </c:pt>
                <c:pt idx="2071">
                  <c:v>0.019769697</c:v>
                </c:pt>
                <c:pt idx="2072">
                  <c:v>0.022080047</c:v>
                </c:pt>
                <c:pt idx="2073">
                  <c:v>0.026061535</c:v>
                </c:pt>
                <c:pt idx="2074">
                  <c:v>0.026061535</c:v>
                </c:pt>
                <c:pt idx="2075">
                  <c:v>0.026791682</c:v>
                </c:pt>
                <c:pt idx="2076">
                  <c:v>0.01342765</c:v>
                </c:pt>
                <c:pt idx="2077">
                  <c:v>0.004446313</c:v>
                </c:pt>
                <c:pt idx="2078">
                  <c:v>0.01819701</c:v>
                </c:pt>
                <c:pt idx="2079">
                  <c:v>0.022698648</c:v>
                </c:pt>
                <c:pt idx="2080">
                  <c:v>0.021478305</c:v>
                </c:pt>
                <c:pt idx="2081">
                  <c:v>0.02032357</c:v>
                </c:pt>
                <c:pt idx="2082">
                  <c:v>0.02032357</c:v>
                </c:pt>
                <c:pt idx="2083">
                  <c:v>0.023988329</c:v>
                </c:pt>
                <c:pt idx="2084">
                  <c:v>0.023988329</c:v>
                </c:pt>
                <c:pt idx="2085">
                  <c:v>0.017218687</c:v>
                </c:pt>
                <c:pt idx="2086">
                  <c:v>0.023988329</c:v>
                </c:pt>
                <c:pt idx="2087">
                  <c:v>0.022080047</c:v>
                </c:pt>
                <c:pt idx="2088">
                  <c:v>0.01870682</c:v>
                </c:pt>
                <c:pt idx="2089">
                  <c:v>0.02032357</c:v>
                </c:pt>
                <c:pt idx="2090">
                  <c:v>0.021478305</c:v>
                </c:pt>
                <c:pt idx="2091">
                  <c:v>0.023334581</c:v>
                </c:pt>
                <c:pt idx="2092">
                  <c:v>0.01770109</c:v>
                </c:pt>
                <c:pt idx="2093">
                  <c:v>0.01819701</c:v>
                </c:pt>
                <c:pt idx="2094">
                  <c:v>0.015417005</c:v>
                </c:pt>
                <c:pt idx="2095">
                  <c:v>0.01770109</c:v>
                </c:pt>
                <c:pt idx="2096">
                  <c:v>0.01770109</c:v>
                </c:pt>
                <c:pt idx="2097">
                  <c:v>0.021478305</c:v>
                </c:pt>
                <c:pt idx="2098">
                  <c:v>0.020892961</c:v>
                </c:pt>
                <c:pt idx="2099">
                  <c:v>0.004830588</c:v>
                </c:pt>
                <c:pt idx="2100">
                  <c:v>0.022698648</c:v>
                </c:pt>
                <c:pt idx="2101">
                  <c:v>0.026791682</c:v>
                </c:pt>
                <c:pt idx="2102">
                  <c:v>0.026791682</c:v>
                </c:pt>
                <c:pt idx="2103">
                  <c:v>0.026791682</c:v>
                </c:pt>
                <c:pt idx="2104">
                  <c:v>0.023334581</c:v>
                </c:pt>
                <c:pt idx="2105">
                  <c:v>0.015417005</c:v>
                </c:pt>
                <c:pt idx="2106">
                  <c:v>0.019230917</c:v>
                </c:pt>
                <c:pt idx="2107">
                  <c:v>0.015417005</c:v>
                </c:pt>
                <c:pt idx="2108">
                  <c:v>0.025351286</c:v>
                </c:pt>
                <c:pt idx="2109">
                  <c:v>0.02831392</c:v>
                </c:pt>
                <c:pt idx="2110">
                  <c:v>0.026061535</c:v>
                </c:pt>
                <c:pt idx="2111">
                  <c:v>0.027542287</c:v>
                </c:pt>
                <c:pt idx="2112">
                  <c:v>0.034355793</c:v>
                </c:pt>
                <c:pt idx="2113">
                  <c:v>0.023334581</c:v>
                </c:pt>
                <c:pt idx="2114">
                  <c:v>0.026061535</c:v>
                </c:pt>
                <c:pt idx="2115">
                  <c:v>0.03250873</c:v>
                </c:pt>
                <c:pt idx="2116">
                  <c:v>0.024660394</c:v>
                </c:pt>
                <c:pt idx="2117">
                  <c:v>0.026061535</c:v>
                </c:pt>
                <c:pt idx="2118">
                  <c:v>0.017218687</c:v>
                </c:pt>
                <c:pt idx="2119">
                  <c:v>0.01819701</c:v>
                </c:pt>
                <c:pt idx="2120">
                  <c:v>0.005395106</c:v>
                </c:pt>
                <c:pt idx="2121">
                  <c:v>0.022080047</c:v>
                </c:pt>
                <c:pt idx="2122">
                  <c:v>0.031622775</c:v>
                </c:pt>
                <c:pt idx="2123">
                  <c:v>0.012359475</c:v>
                </c:pt>
                <c:pt idx="2124">
                  <c:v>0.029922646</c:v>
                </c:pt>
                <c:pt idx="2125">
                  <c:v>0.025351286</c:v>
                </c:pt>
                <c:pt idx="2126">
                  <c:v>0.021478305</c:v>
                </c:pt>
                <c:pt idx="2127">
                  <c:v>0.013061709</c:v>
                </c:pt>
                <c:pt idx="2128">
                  <c:v>0.02032357</c:v>
                </c:pt>
                <c:pt idx="2129">
                  <c:v>0.022080047</c:v>
                </c:pt>
                <c:pt idx="2130">
                  <c:v>0.022080047</c:v>
                </c:pt>
                <c:pt idx="2131">
                  <c:v>0.019230917</c:v>
                </c:pt>
                <c:pt idx="2132">
                  <c:v>0.022080047</c:v>
                </c:pt>
                <c:pt idx="2133">
                  <c:v>0.022080047</c:v>
                </c:pt>
                <c:pt idx="2134">
                  <c:v>0.019769697</c:v>
                </c:pt>
                <c:pt idx="2135">
                  <c:v>0.022080047</c:v>
                </c:pt>
                <c:pt idx="2136">
                  <c:v>0.019769697</c:v>
                </c:pt>
                <c:pt idx="2137">
                  <c:v>0.019230917</c:v>
                </c:pt>
                <c:pt idx="2138">
                  <c:v>0.019769697</c:v>
                </c:pt>
                <c:pt idx="2139">
                  <c:v>0.021478305</c:v>
                </c:pt>
                <c:pt idx="2140">
                  <c:v>0.02032357</c:v>
                </c:pt>
                <c:pt idx="2141">
                  <c:v>0.022698648</c:v>
                </c:pt>
                <c:pt idx="2142">
                  <c:v>0.01819701</c:v>
                </c:pt>
                <c:pt idx="2143">
                  <c:v>0.019769697</c:v>
                </c:pt>
                <c:pt idx="2144">
                  <c:v>0.020892961</c:v>
                </c:pt>
                <c:pt idx="2145">
                  <c:v>0.016749429</c:v>
                </c:pt>
                <c:pt idx="2146">
                  <c:v>0.01819701</c:v>
                </c:pt>
                <c:pt idx="2147">
                  <c:v>0.026791682</c:v>
                </c:pt>
                <c:pt idx="2148">
                  <c:v>0.025351286</c:v>
                </c:pt>
                <c:pt idx="2149">
                  <c:v>0.022698648</c:v>
                </c:pt>
                <c:pt idx="2150">
                  <c:v>0.019769697</c:v>
                </c:pt>
                <c:pt idx="2151">
                  <c:v>0.01770109</c:v>
                </c:pt>
                <c:pt idx="2152">
                  <c:v>0.021478305</c:v>
                </c:pt>
                <c:pt idx="2153">
                  <c:v>0.024660394</c:v>
                </c:pt>
                <c:pt idx="2154">
                  <c:v>0.022698648</c:v>
                </c:pt>
                <c:pt idx="2155">
                  <c:v>0.022080047</c:v>
                </c:pt>
                <c:pt idx="2156">
                  <c:v>0.021478305</c:v>
                </c:pt>
                <c:pt idx="2157">
                  <c:v>0.019230917</c:v>
                </c:pt>
                <c:pt idx="2158">
                  <c:v>0.019769697</c:v>
                </c:pt>
                <c:pt idx="2159">
                  <c:v>0.023988329</c:v>
                </c:pt>
                <c:pt idx="2160">
                  <c:v>0.026061535</c:v>
                </c:pt>
                <c:pt idx="2161">
                  <c:v>0.02032357</c:v>
                </c:pt>
                <c:pt idx="2162">
                  <c:v>0.020892961</c:v>
                </c:pt>
                <c:pt idx="2163">
                  <c:v>0.020892961</c:v>
                </c:pt>
                <c:pt idx="2164">
                  <c:v>0.01870682</c:v>
                </c:pt>
                <c:pt idx="2165">
                  <c:v>0.022080047</c:v>
                </c:pt>
                <c:pt idx="2166">
                  <c:v>0.022698648</c:v>
                </c:pt>
                <c:pt idx="2167">
                  <c:v>0.01870682</c:v>
                </c:pt>
                <c:pt idx="2168">
                  <c:v>0.019230917</c:v>
                </c:pt>
                <c:pt idx="2169">
                  <c:v>0.0049659233</c:v>
                </c:pt>
                <c:pt idx="2170">
                  <c:v>0.0033728732</c:v>
                </c:pt>
                <c:pt idx="2171">
                  <c:v>0.01342765</c:v>
                </c:pt>
                <c:pt idx="2172">
                  <c:v>0.01342765</c:v>
                </c:pt>
                <c:pt idx="2173">
                  <c:v>0.0011803206</c:v>
                </c:pt>
                <c:pt idx="2174">
                  <c:v>0.0052480744</c:v>
                </c:pt>
                <c:pt idx="2175">
                  <c:v>0.0040926067</c:v>
                </c:pt>
                <c:pt idx="2176">
                  <c:v>0.004446313</c:v>
                </c:pt>
                <c:pt idx="2177">
                  <c:v>0.004698941</c:v>
                </c:pt>
                <c:pt idx="2178">
                  <c:v>0.005395106</c:v>
                </c:pt>
                <c:pt idx="2179">
                  <c:v>0.004446313</c:v>
                </c:pt>
                <c:pt idx="2180">
                  <c:v>0.0043251384</c:v>
                </c:pt>
                <c:pt idx="2181">
                  <c:v>0.0033728732</c:v>
                </c:pt>
                <c:pt idx="2182">
                  <c:v>0.002630268</c:v>
                </c:pt>
              </c:numCache>
            </c:numRef>
          </c:xVal>
          <c:yVal>
            <c:numRef>
              <c:f>'Chart Data'!$B$2:$B$2184</c:f>
              <c:numCache>
                <c:formatCode>0.00</c:formatCode>
                <c:ptCount val="2183"/>
                <c:pt idx="0">
                  <c:v>0.0057782447</c:v>
                </c:pt>
                <c:pt idx="1">
                  <c:v>0.0048316643</c:v>
                </c:pt>
                <c:pt idx="2">
                  <c:v>0.008493338</c:v>
                </c:pt>
                <c:pt idx="3">
                  <c:v>0.0017220933</c:v>
                </c:pt>
                <c:pt idx="4">
                  <c:v>0.00066925446</c:v>
                </c:pt>
                <c:pt idx="5">
                  <c:v>0.0041496386</c:v>
                </c:pt>
                <c:pt idx="6">
                  <c:v>0.0033466034</c:v>
                </c:pt>
                <c:pt idx="7">
                  <c:v>0.0033466034</c:v>
                </c:pt>
                <c:pt idx="8">
                  <c:v>0.0028092435</c:v>
                </c:pt>
                <c:pt idx="9">
                  <c:v>0.003573919</c:v>
                </c:pt>
                <c:pt idx="10">
                  <c:v>0.0032771921</c:v>
                </c:pt>
                <c:pt idx="11">
                  <c:v>0.0032771921</c:v>
                </c:pt>
                <c:pt idx="12">
                  <c:v>0.004738253</c:v>
                </c:pt>
                <c:pt idx="13">
                  <c:v>0.000969397</c:v>
                </c:pt>
                <c:pt idx="14">
                  <c:v>0.0012721926</c:v>
                </c:pt>
                <c:pt idx="15">
                  <c:v>0.000969397</c:v>
                </c:pt>
                <c:pt idx="16">
                  <c:v>0.0010640678</c:v>
                </c:pt>
                <c:pt idx="17">
                  <c:v>0.0010640678</c:v>
                </c:pt>
                <c:pt idx="18">
                  <c:v>0.0004365372</c:v>
                </c:pt>
                <c:pt idx="19">
                  <c:v>0.0004365372</c:v>
                </c:pt>
                <c:pt idx="20">
                  <c:v>0.0009998601</c:v>
                </c:pt>
                <c:pt idx="21">
                  <c:v>0.00088225305</c:v>
                </c:pt>
                <c:pt idx="22">
                  <c:v>0.00063087477</c:v>
                </c:pt>
                <c:pt idx="23">
                  <c:v>0.0007377276</c:v>
                </c:pt>
                <c:pt idx="24">
                  <c:v>0.0010998205</c:v>
                </c:pt>
                <c:pt idx="25">
                  <c:v>0.0012931867</c:v>
                </c:pt>
                <c:pt idx="26">
                  <c:v>0.0007858345</c:v>
                </c:pt>
                <c:pt idx="27">
                  <c:v>0.00087535847</c:v>
                </c:pt>
                <c:pt idx="28">
                  <c:v>0.0010101957</c:v>
                </c:pt>
                <c:pt idx="29">
                  <c:v>0.0012191134</c:v>
                </c:pt>
                <c:pt idx="30">
                  <c:v>0.0012176615</c:v>
                </c:pt>
                <c:pt idx="31">
                  <c:v>0.0012176615</c:v>
                </c:pt>
                <c:pt idx="32">
                  <c:v>0.00084851915</c:v>
                </c:pt>
                <c:pt idx="33">
                  <c:v>0.009519346</c:v>
                </c:pt>
                <c:pt idx="34">
                  <c:v>0.0011072155</c:v>
                </c:pt>
                <c:pt idx="35">
                  <c:v>0.009519346</c:v>
                </c:pt>
                <c:pt idx="36">
                  <c:v>0.0062975567</c:v>
                </c:pt>
                <c:pt idx="37">
                  <c:v>0.0013469905</c:v>
                </c:pt>
                <c:pt idx="38">
                  <c:v>0.0005187248</c:v>
                </c:pt>
                <c:pt idx="39">
                  <c:v>0.0015136644</c:v>
                </c:pt>
                <c:pt idx="40">
                  <c:v>0.0040050354</c:v>
                </c:pt>
                <c:pt idx="41">
                  <c:v>0.004933439</c:v>
                </c:pt>
                <c:pt idx="42">
                  <c:v>0.0016089501</c:v>
                </c:pt>
                <c:pt idx="43">
                  <c:v>0.0015738877</c:v>
                </c:pt>
                <c:pt idx="44">
                  <c:v>0.0040050354</c:v>
                </c:pt>
                <c:pt idx="45">
                  <c:v>0.0040050354</c:v>
                </c:pt>
                <c:pt idx="46">
                  <c:v>0.0023380625</c:v>
                </c:pt>
                <c:pt idx="47">
                  <c:v>0.0022877813</c:v>
                </c:pt>
                <c:pt idx="48">
                  <c:v>0.0010192571</c:v>
                </c:pt>
                <c:pt idx="49">
                  <c:v>0.0010192571</c:v>
                </c:pt>
                <c:pt idx="50">
                  <c:v>0.0021633646</c:v>
                </c:pt>
                <c:pt idx="51">
                  <c:v>0.0026882878</c:v>
                </c:pt>
                <c:pt idx="52">
                  <c:v>0.0024298818</c:v>
                </c:pt>
                <c:pt idx="53">
                  <c:v>0.002739685</c:v>
                </c:pt>
                <c:pt idx="54">
                  <c:v>0.0021633646</c:v>
                </c:pt>
                <c:pt idx="55">
                  <c:v>0.0019661887</c:v>
                </c:pt>
                <c:pt idx="56">
                  <c:v>0.0024660819</c:v>
                </c:pt>
                <c:pt idx="57">
                  <c:v>0.0018537648</c:v>
                </c:pt>
                <c:pt idx="58">
                  <c:v>0.0018537648</c:v>
                </c:pt>
                <c:pt idx="59">
                  <c:v>0.0015501574</c:v>
                </c:pt>
                <c:pt idx="60">
                  <c:v>0.0015501574</c:v>
                </c:pt>
                <c:pt idx="61">
                  <c:v>0.0015782462</c:v>
                </c:pt>
                <c:pt idx="62">
                  <c:v>0.0015782462</c:v>
                </c:pt>
                <c:pt idx="63">
                  <c:v>0.0014458311</c:v>
                </c:pt>
                <c:pt idx="64">
                  <c:v>0.0015432902</c:v>
                </c:pt>
                <c:pt idx="65">
                  <c:v>0.0012944288</c:v>
                </c:pt>
                <c:pt idx="66">
                  <c:v>0.0012944288</c:v>
                </c:pt>
                <c:pt idx="67">
                  <c:v>0.0014271018</c:v>
                </c:pt>
                <c:pt idx="68">
                  <c:v>0.0014217038</c:v>
                </c:pt>
                <c:pt idx="69">
                  <c:v>0.0014217038</c:v>
                </c:pt>
                <c:pt idx="70">
                  <c:v>0.0012335134</c:v>
                </c:pt>
                <c:pt idx="71">
                  <c:v>0.0016052807</c:v>
                </c:pt>
                <c:pt idx="72">
                  <c:v>0.0012446627</c:v>
                </c:pt>
                <c:pt idx="73">
                  <c:v>0.0013134608</c:v>
                </c:pt>
                <c:pt idx="74">
                  <c:v>0.0028921356</c:v>
                </c:pt>
                <c:pt idx="75">
                  <c:v>0.0028921356</c:v>
                </c:pt>
                <c:pt idx="76">
                  <c:v>0.0010038108</c:v>
                </c:pt>
                <c:pt idx="77">
                  <c:v>0.0015499493</c:v>
                </c:pt>
                <c:pt idx="78">
                  <c:v>0.0015499493</c:v>
                </c:pt>
                <c:pt idx="79">
                  <c:v>0.001330448</c:v>
                </c:pt>
                <c:pt idx="80">
                  <c:v>0.0010792525</c:v>
                </c:pt>
                <c:pt idx="81">
                  <c:v>0.0010792525</c:v>
                </c:pt>
                <c:pt idx="82">
                  <c:v>0.001280218</c:v>
                </c:pt>
                <c:pt idx="83">
                  <c:v>0.0030093188</c:v>
                </c:pt>
                <c:pt idx="84">
                  <c:v>0.0027969638</c:v>
                </c:pt>
                <c:pt idx="85">
                  <c:v>0.0027969638</c:v>
                </c:pt>
                <c:pt idx="86">
                  <c:v>0.011158124</c:v>
                </c:pt>
                <c:pt idx="87">
                  <c:v>0.0012880669</c:v>
                </c:pt>
                <c:pt idx="88">
                  <c:v>0.0014225633</c:v>
                </c:pt>
                <c:pt idx="89">
                  <c:v>0.0035850287</c:v>
                </c:pt>
                <c:pt idx="90">
                  <c:v>0.0035850287</c:v>
                </c:pt>
                <c:pt idx="91">
                  <c:v>0.016799787</c:v>
                </c:pt>
                <c:pt idx="92">
                  <c:v>0.00120195</c:v>
                </c:pt>
                <c:pt idx="93">
                  <c:v>0.0022718858</c:v>
                </c:pt>
                <c:pt idx="94">
                  <c:v>0.0022718858</c:v>
                </c:pt>
                <c:pt idx="95">
                  <c:v>0.0027289263</c:v>
                </c:pt>
                <c:pt idx="96">
                  <c:v>0.0037214016</c:v>
                </c:pt>
                <c:pt idx="97">
                  <c:v>0.018340325</c:v>
                </c:pt>
                <c:pt idx="98">
                  <c:v>0.0023262762</c:v>
                </c:pt>
                <c:pt idx="99">
                  <c:v>0.0013702402</c:v>
                </c:pt>
                <c:pt idx="100">
                  <c:v>0.0013702402</c:v>
                </c:pt>
                <c:pt idx="101">
                  <c:v>0.0027323188</c:v>
                </c:pt>
                <c:pt idx="102">
                  <c:v>0.0027323188</c:v>
                </c:pt>
                <c:pt idx="103">
                  <c:v>0.013050685</c:v>
                </c:pt>
                <c:pt idx="104">
                  <c:v>0.015658464</c:v>
                </c:pt>
                <c:pt idx="105">
                  <c:v>0.0017378103</c:v>
                </c:pt>
                <c:pt idx="106">
                  <c:v>0.002405332</c:v>
                </c:pt>
                <c:pt idx="107">
                  <c:v>0.002405332</c:v>
                </c:pt>
                <c:pt idx="108">
                  <c:v>0.0027831488</c:v>
                </c:pt>
                <c:pt idx="109">
                  <c:v>0.0027831488</c:v>
                </c:pt>
                <c:pt idx="110">
                  <c:v>0.013300866</c:v>
                </c:pt>
                <c:pt idx="111">
                  <c:v>0.013300866</c:v>
                </c:pt>
                <c:pt idx="112">
                  <c:v>0.017175019</c:v>
                </c:pt>
                <c:pt idx="113">
                  <c:v>0.01924356</c:v>
                </c:pt>
                <c:pt idx="114">
                  <c:v>0.017078996</c:v>
                </c:pt>
                <c:pt idx="115">
                  <c:v>0.017078996</c:v>
                </c:pt>
                <c:pt idx="116">
                  <c:v>0.016658487</c:v>
                </c:pt>
                <c:pt idx="117">
                  <c:v>0.023748156</c:v>
                </c:pt>
                <c:pt idx="118">
                  <c:v>0.020033915</c:v>
                </c:pt>
                <c:pt idx="119">
                  <c:v>0.020033915</c:v>
                </c:pt>
                <c:pt idx="120">
                  <c:v>0.016547978</c:v>
                </c:pt>
                <c:pt idx="121">
                  <c:v>0.012893779</c:v>
                </c:pt>
                <c:pt idx="122">
                  <c:v>0.011857357</c:v>
                </c:pt>
                <c:pt idx="123">
                  <c:v>0.002621715</c:v>
                </c:pt>
                <c:pt idx="124">
                  <c:v>0.002621715</c:v>
                </c:pt>
                <c:pt idx="125">
                  <c:v>0.0027202768</c:v>
                </c:pt>
                <c:pt idx="126">
                  <c:v>0.0028322448</c:v>
                </c:pt>
                <c:pt idx="127">
                  <c:v>0.0028322448</c:v>
                </c:pt>
                <c:pt idx="128">
                  <c:v>0.0027186908</c:v>
                </c:pt>
                <c:pt idx="129">
                  <c:v>0.014029976</c:v>
                </c:pt>
                <c:pt idx="130">
                  <c:v>0.014888474</c:v>
                </c:pt>
                <c:pt idx="131">
                  <c:v>0.014888474</c:v>
                </c:pt>
                <c:pt idx="132">
                  <c:v>0.014990116</c:v>
                </c:pt>
                <c:pt idx="133">
                  <c:v>0.015076009</c:v>
                </c:pt>
                <c:pt idx="134">
                  <c:v>0.016487617</c:v>
                </c:pt>
                <c:pt idx="135">
                  <c:v>0.016487617</c:v>
                </c:pt>
                <c:pt idx="136">
                  <c:v>0.019323811</c:v>
                </c:pt>
                <c:pt idx="137">
                  <c:v>0.027056139</c:v>
                </c:pt>
                <c:pt idx="138">
                  <c:v>0.025289474</c:v>
                </c:pt>
                <c:pt idx="139">
                  <c:v>0.025289474</c:v>
                </c:pt>
                <c:pt idx="140">
                  <c:v>0.025231376</c:v>
                </c:pt>
                <c:pt idx="141">
                  <c:v>0.03453373</c:v>
                </c:pt>
                <c:pt idx="142">
                  <c:v>0.027034858</c:v>
                </c:pt>
                <c:pt idx="143">
                  <c:v>0.027034858</c:v>
                </c:pt>
                <c:pt idx="144">
                  <c:v>0.025249174</c:v>
                </c:pt>
                <c:pt idx="145">
                  <c:v>0.023862489</c:v>
                </c:pt>
                <c:pt idx="146">
                  <c:v>0.017161664</c:v>
                </c:pt>
                <c:pt idx="147">
                  <c:v>0.015747432</c:v>
                </c:pt>
                <c:pt idx="148">
                  <c:v>0.015747432</c:v>
                </c:pt>
                <c:pt idx="149">
                  <c:v>0.016044032</c:v>
                </c:pt>
                <c:pt idx="150">
                  <c:v>0.017210886</c:v>
                </c:pt>
                <c:pt idx="151">
                  <c:v>0.015411448</c:v>
                </c:pt>
                <c:pt idx="152">
                  <c:v>0.015411448</c:v>
                </c:pt>
                <c:pt idx="153">
                  <c:v>0.012770759</c:v>
                </c:pt>
                <c:pt idx="154">
                  <c:v>0.0025329287</c:v>
                </c:pt>
                <c:pt idx="155">
                  <c:v>0.0025329287</c:v>
                </c:pt>
                <c:pt idx="156">
                  <c:v>0.0030604885</c:v>
                </c:pt>
                <c:pt idx="157">
                  <c:v>0.0030604885</c:v>
                </c:pt>
                <c:pt idx="158">
                  <c:v>0.003682913</c:v>
                </c:pt>
                <c:pt idx="159">
                  <c:v>0.0028795034</c:v>
                </c:pt>
                <c:pt idx="160">
                  <c:v>0.012844726</c:v>
                </c:pt>
                <c:pt idx="161">
                  <c:v>0.013804241</c:v>
                </c:pt>
                <c:pt idx="162">
                  <c:v>0.013804241</c:v>
                </c:pt>
                <c:pt idx="163">
                  <c:v>0.014796436</c:v>
                </c:pt>
                <c:pt idx="164">
                  <c:v>0.01602695</c:v>
                </c:pt>
                <c:pt idx="165">
                  <c:v>0.01732096</c:v>
                </c:pt>
                <c:pt idx="166">
                  <c:v>0.01732096</c:v>
                </c:pt>
                <c:pt idx="167">
                  <c:v>0.01816487</c:v>
                </c:pt>
                <c:pt idx="168">
                  <c:v>0.022511087</c:v>
                </c:pt>
                <c:pt idx="169">
                  <c:v>0.02547224</c:v>
                </c:pt>
                <c:pt idx="170">
                  <c:v>0.02547224</c:v>
                </c:pt>
                <c:pt idx="171">
                  <c:v>0.027573347</c:v>
                </c:pt>
                <c:pt idx="172">
                  <c:v>0.03112642</c:v>
                </c:pt>
                <c:pt idx="173">
                  <c:v>0.032985434</c:v>
                </c:pt>
                <c:pt idx="174">
                  <c:v>0.032985434</c:v>
                </c:pt>
                <c:pt idx="175">
                  <c:v>0.02968686</c:v>
                </c:pt>
                <c:pt idx="176">
                  <c:v>0.02773115</c:v>
                </c:pt>
                <c:pt idx="177">
                  <c:v>0.024506979</c:v>
                </c:pt>
                <c:pt idx="178">
                  <c:v>0.026559295</c:v>
                </c:pt>
                <c:pt idx="179">
                  <c:v>0.026559295</c:v>
                </c:pt>
                <c:pt idx="180">
                  <c:v>0.024021871</c:v>
                </c:pt>
                <c:pt idx="181">
                  <c:v>0.024583612</c:v>
                </c:pt>
                <c:pt idx="182">
                  <c:v>0.021080945</c:v>
                </c:pt>
                <c:pt idx="183">
                  <c:v>0.021080945</c:v>
                </c:pt>
                <c:pt idx="184">
                  <c:v>0.022797298</c:v>
                </c:pt>
                <c:pt idx="185">
                  <c:v>0.026195355</c:v>
                </c:pt>
                <c:pt idx="186">
                  <c:v>0.022609446</c:v>
                </c:pt>
                <c:pt idx="187">
                  <c:v>0.022609446</c:v>
                </c:pt>
                <c:pt idx="188">
                  <c:v>0.0021509784</c:v>
                </c:pt>
                <c:pt idx="189">
                  <c:v>0.0034270806</c:v>
                </c:pt>
                <c:pt idx="190">
                  <c:v>0.0033666603</c:v>
                </c:pt>
                <c:pt idx="191">
                  <c:v>0.0033666603</c:v>
                </c:pt>
                <c:pt idx="192">
                  <c:v>0.0037783117</c:v>
                </c:pt>
                <c:pt idx="193">
                  <c:v>0.0030742886</c:v>
                </c:pt>
                <c:pt idx="194">
                  <c:v>0.012298952</c:v>
                </c:pt>
                <c:pt idx="195">
                  <c:v>0.013321731</c:v>
                </c:pt>
                <c:pt idx="196">
                  <c:v>0.013321731</c:v>
                </c:pt>
                <c:pt idx="197">
                  <c:v>0.013691212</c:v>
                </c:pt>
                <c:pt idx="198">
                  <c:v>0.016237926</c:v>
                </c:pt>
                <c:pt idx="199">
                  <c:v>0.016638847</c:v>
                </c:pt>
                <c:pt idx="200">
                  <c:v>0.016638847</c:v>
                </c:pt>
                <c:pt idx="201">
                  <c:v>0.015597671</c:v>
                </c:pt>
                <c:pt idx="202">
                  <c:v>0.017514631</c:v>
                </c:pt>
                <c:pt idx="203">
                  <c:v>0.022738012</c:v>
                </c:pt>
                <c:pt idx="204">
                  <c:v>0.022738012</c:v>
                </c:pt>
                <c:pt idx="205">
                  <c:v>0.025283314</c:v>
                </c:pt>
                <c:pt idx="206">
                  <c:v>0.025729677</c:v>
                </c:pt>
                <c:pt idx="207">
                  <c:v>0.028621644</c:v>
                </c:pt>
                <c:pt idx="208">
                  <c:v>0.030628335</c:v>
                </c:pt>
                <c:pt idx="209">
                  <c:v>0.030628335</c:v>
                </c:pt>
                <c:pt idx="210">
                  <c:v>0.033514023</c:v>
                </c:pt>
                <c:pt idx="211">
                  <c:v>0.02943197</c:v>
                </c:pt>
                <c:pt idx="212">
                  <c:v>0.031145671</c:v>
                </c:pt>
                <c:pt idx="213">
                  <c:v>0.031145671</c:v>
                </c:pt>
                <c:pt idx="214">
                  <c:v>0.03233242</c:v>
                </c:pt>
                <c:pt idx="215">
                  <c:v>0.031233583</c:v>
                </c:pt>
                <c:pt idx="216">
                  <c:v>0.029564012</c:v>
                </c:pt>
                <c:pt idx="217">
                  <c:v>0.029564012</c:v>
                </c:pt>
                <c:pt idx="218">
                  <c:v>0.029715486</c:v>
                </c:pt>
                <c:pt idx="219">
                  <c:v>0.026945181</c:v>
                </c:pt>
                <c:pt idx="220">
                  <c:v>0.026613293</c:v>
                </c:pt>
                <c:pt idx="221">
                  <c:v>0.026613293</c:v>
                </c:pt>
                <c:pt idx="222">
                  <c:v>0.015924612</c:v>
                </c:pt>
                <c:pt idx="223">
                  <c:v>0.0033035183</c:v>
                </c:pt>
                <c:pt idx="224">
                  <c:v>0.0020604148</c:v>
                </c:pt>
                <c:pt idx="225">
                  <c:v>0.0020604148</c:v>
                </c:pt>
                <c:pt idx="226">
                  <c:v>0.0040375213</c:v>
                </c:pt>
                <c:pt idx="227">
                  <c:v>0.004220037</c:v>
                </c:pt>
                <c:pt idx="228">
                  <c:v>0.013120163</c:v>
                </c:pt>
                <c:pt idx="229">
                  <c:v>0.014607837</c:v>
                </c:pt>
                <c:pt idx="230">
                  <c:v>0.014607837</c:v>
                </c:pt>
                <c:pt idx="231">
                  <c:v>0.015754323</c:v>
                </c:pt>
                <c:pt idx="232">
                  <c:v>0.017698068</c:v>
                </c:pt>
                <c:pt idx="233">
                  <c:v>0.01782545</c:v>
                </c:pt>
                <c:pt idx="234">
                  <c:v>0.01799209</c:v>
                </c:pt>
                <c:pt idx="235">
                  <c:v>0.01799209</c:v>
                </c:pt>
                <c:pt idx="236">
                  <c:v>0.020516716</c:v>
                </c:pt>
                <c:pt idx="237">
                  <c:v>0.024087515</c:v>
                </c:pt>
                <c:pt idx="238">
                  <c:v>0.029612929</c:v>
                </c:pt>
                <c:pt idx="239">
                  <c:v>0.029612929</c:v>
                </c:pt>
                <c:pt idx="240">
                  <c:v>0.037227727</c:v>
                </c:pt>
                <c:pt idx="241">
                  <c:v>0.042312667</c:v>
                </c:pt>
                <c:pt idx="242">
                  <c:v>0.03709758</c:v>
                </c:pt>
                <c:pt idx="243">
                  <c:v>0.03709758</c:v>
                </c:pt>
                <c:pt idx="244">
                  <c:v>0.03340224</c:v>
                </c:pt>
                <c:pt idx="245">
                  <c:v>0.040962294</c:v>
                </c:pt>
                <c:pt idx="246">
                  <c:v>0.040473297</c:v>
                </c:pt>
                <c:pt idx="247">
                  <c:v>0.040473297</c:v>
                </c:pt>
                <c:pt idx="248">
                  <c:v>0.040543664</c:v>
                </c:pt>
                <c:pt idx="249">
                  <c:v>0.02596516</c:v>
                </c:pt>
                <c:pt idx="250">
                  <c:v>0.023391047</c:v>
                </c:pt>
                <c:pt idx="251">
                  <c:v>0.023535412</c:v>
                </c:pt>
                <c:pt idx="252">
                  <c:v>0.02694568</c:v>
                </c:pt>
                <c:pt idx="253">
                  <c:v>0.023440685</c:v>
                </c:pt>
                <c:pt idx="254">
                  <c:v>0.020022087</c:v>
                </c:pt>
                <c:pt idx="255">
                  <c:v>0.010803039</c:v>
                </c:pt>
                <c:pt idx="256">
                  <c:v>0.010803039</c:v>
                </c:pt>
                <c:pt idx="257">
                  <c:v>0.0034034038</c:v>
                </c:pt>
                <c:pt idx="258">
                  <c:v>0.0022795903</c:v>
                </c:pt>
                <c:pt idx="259">
                  <c:v>0.0022795903</c:v>
                </c:pt>
                <c:pt idx="260">
                  <c:v>0.0038707934</c:v>
                </c:pt>
                <c:pt idx="261">
                  <c:v>0.004059038</c:v>
                </c:pt>
                <c:pt idx="262">
                  <c:v>0.012883272</c:v>
                </c:pt>
                <c:pt idx="263">
                  <c:v>0.01195384</c:v>
                </c:pt>
                <c:pt idx="264">
                  <c:v>0.0120930765</c:v>
                </c:pt>
                <c:pt idx="265">
                  <c:v>0.0120930765</c:v>
                </c:pt>
                <c:pt idx="266">
                  <c:v>0.014424821</c:v>
                </c:pt>
                <c:pt idx="267">
                  <c:v>0.0173737</c:v>
                </c:pt>
                <c:pt idx="268">
                  <c:v>0.018555865</c:v>
                </c:pt>
                <c:pt idx="269">
                  <c:v>0.01572642</c:v>
                </c:pt>
                <c:pt idx="270">
                  <c:v>0.01572642</c:v>
                </c:pt>
                <c:pt idx="271">
                  <c:v>0.018808294</c:v>
                </c:pt>
                <c:pt idx="272">
                  <c:v>0.02365087</c:v>
                </c:pt>
                <c:pt idx="273">
                  <c:v>0.03155767</c:v>
                </c:pt>
                <c:pt idx="274">
                  <c:v>0.03155767</c:v>
                </c:pt>
                <c:pt idx="275">
                  <c:v>0.03145718</c:v>
                </c:pt>
                <c:pt idx="276">
                  <c:v>0.037864923</c:v>
                </c:pt>
                <c:pt idx="277">
                  <c:v>0.038346566</c:v>
                </c:pt>
                <c:pt idx="278">
                  <c:v>0.038346566</c:v>
                </c:pt>
                <c:pt idx="279">
                  <c:v>0.033771824</c:v>
                </c:pt>
                <c:pt idx="280">
                  <c:v>0.041301817</c:v>
                </c:pt>
                <c:pt idx="281">
                  <c:v>0.039905936</c:v>
                </c:pt>
                <c:pt idx="282">
                  <c:v>0.039905936</c:v>
                </c:pt>
                <c:pt idx="283">
                  <c:v>0.043064438</c:v>
                </c:pt>
                <c:pt idx="284">
                  <c:v>0.035730645</c:v>
                </c:pt>
                <c:pt idx="285">
                  <c:v>0.027575148</c:v>
                </c:pt>
                <c:pt idx="286">
                  <c:v>0.026361063</c:v>
                </c:pt>
                <c:pt idx="287">
                  <c:v>0.026361063</c:v>
                </c:pt>
                <c:pt idx="288">
                  <c:v>0.024869096</c:v>
                </c:pt>
                <c:pt idx="289">
                  <c:v>0.023375843</c:v>
                </c:pt>
                <c:pt idx="290">
                  <c:v>0.014717369</c:v>
                </c:pt>
                <c:pt idx="291">
                  <c:v>0.014717369</c:v>
                </c:pt>
                <c:pt idx="292">
                  <c:v>0.0013703019</c:v>
                </c:pt>
                <c:pt idx="293">
                  <c:v>0.0014429808</c:v>
                </c:pt>
                <c:pt idx="294">
                  <c:v>0.0022906505</c:v>
                </c:pt>
                <c:pt idx="295">
                  <c:v>0.0045139533</c:v>
                </c:pt>
                <c:pt idx="296">
                  <c:v>0.0045139533</c:v>
                </c:pt>
                <c:pt idx="297">
                  <c:v>0.00361083</c:v>
                </c:pt>
                <c:pt idx="298">
                  <c:v>0.00361083</c:v>
                </c:pt>
                <c:pt idx="299">
                  <c:v>0.012706569</c:v>
                </c:pt>
                <c:pt idx="300">
                  <c:v>0.012030901</c:v>
                </c:pt>
                <c:pt idx="301">
                  <c:v>0.014572497</c:v>
                </c:pt>
                <c:pt idx="302">
                  <c:v>0.013070258</c:v>
                </c:pt>
                <c:pt idx="303">
                  <c:v>0.013070258</c:v>
                </c:pt>
                <c:pt idx="304">
                  <c:v>0.013242613</c:v>
                </c:pt>
                <c:pt idx="305">
                  <c:v>0.013830872</c:v>
                </c:pt>
                <c:pt idx="306">
                  <c:v>0.013830872</c:v>
                </c:pt>
                <c:pt idx="307">
                  <c:v>0.01632683</c:v>
                </c:pt>
                <c:pt idx="308">
                  <c:v>0.017824773</c:v>
                </c:pt>
                <c:pt idx="309">
                  <c:v>0.018890828</c:v>
                </c:pt>
                <c:pt idx="310">
                  <c:v>0.018890828</c:v>
                </c:pt>
                <c:pt idx="311">
                  <c:v>0.018543147</c:v>
                </c:pt>
                <c:pt idx="312">
                  <c:v>0.02242459</c:v>
                </c:pt>
                <c:pt idx="313">
                  <c:v>0.023709722</c:v>
                </c:pt>
                <c:pt idx="314">
                  <c:v>0.023709722</c:v>
                </c:pt>
                <c:pt idx="315">
                  <c:v>0.022820175</c:v>
                </c:pt>
                <c:pt idx="316">
                  <c:v>0.03198146</c:v>
                </c:pt>
                <c:pt idx="317">
                  <c:v>0.037536606</c:v>
                </c:pt>
                <c:pt idx="318">
                  <c:v>0.037536606</c:v>
                </c:pt>
                <c:pt idx="319">
                  <c:v>0.032197647</c:v>
                </c:pt>
                <c:pt idx="320">
                  <c:v>0.038515322</c:v>
                </c:pt>
                <c:pt idx="321">
                  <c:v>0.033035252</c:v>
                </c:pt>
                <c:pt idx="322">
                  <c:v>0.036474567</c:v>
                </c:pt>
                <c:pt idx="323">
                  <c:v>0.036474567</c:v>
                </c:pt>
                <c:pt idx="324">
                  <c:v>0.041088775</c:v>
                </c:pt>
                <c:pt idx="325">
                  <c:v>0.03617472</c:v>
                </c:pt>
                <c:pt idx="326">
                  <c:v>0.029762032</c:v>
                </c:pt>
                <c:pt idx="327">
                  <c:v>0.029762032</c:v>
                </c:pt>
                <c:pt idx="328">
                  <c:v>0.02314771</c:v>
                </c:pt>
                <c:pt idx="329">
                  <c:v>0.020777019</c:v>
                </c:pt>
                <c:pt idx="330">
                  <c:v>0.016890889</c:v>
                </c:pt>
                <c:pt idx="331">
                  <c:v>0.016890889</c:v>
                </c:pt>
                <c:pt idx="332">
                  <c:v>0.013072915</c:v>
                </c:pt>
                <c:pt idx="333">
                  <c:v>0.002151422</c:v>
                </c:pt>
                <c:pt idx="334">
                  <c:v>0.0044071428</c:v>
                </c:pt>
                <c:pt idx="335">
                  <c:v>0.0044071428</c:v>
                </c:pt>
                <c:pt idx="336">
                  <c:v>0.015495692</c:v>
                </c:pt>
                <c:pt idx="337">
                  <c:v>0.015998956</c:v>
                </c:pt>
                <c:pt idx="338">
                  <c:v>0.012114581</c:v>
                </c:pt>
                <c:pt idx="339">
                  <c:v>0.012114581</c:v>
                </c:pt>
                <c:pt idx="340">
                  <c:v>0.013529543</c:v>
                </c:pt>
                <c:pt idx="341">
                  <c:v>0.015934438</c:v>
                </c:pt>
                <c:pt idx="342">
                  <c:v>0.016461045</c:v>
                </c:pt>
                <c:pt idx="343">
                  <c:v>0.016461045</c:v>
                </c:pt>
                <c:pt idx="344">
                  <c:v>0.013125863</c:v>
                </c:pt>
                <c:pt idx="345">
                  <c:v>0.012781158</c:v>
                </c:pt>
                <c:pt idx="346">
                  <c:v>0.014028091</c:v>
                </c:pt>
                <c:pt idx="347">
                  <c:v>0.013832349</c:v>
                </c:pt>
                <c:pt idx="348">
                  <c:v>0.0128679285</c:v>
                </c:pt>
                <c:pt idx="349">
                  <c:v>0.014527415</c:v>
                </c:pt>
                <c:pt idx="350">
                  <c:v>0.01413464</c:v>
                </c:pt>
                <c:pt idx="351">
                  <c:v>0.01413464</c:v>
                </c:pt>
                <c:pt idx="352">
                  <c:v>0.017226022</c:v>
                </c:pt>
                <c:pt idx="353">
                  <c:v>0.018736094</c:v>
                </c:pt>
                <c:pt idx="354">
                  <c:v>0.017373014</c:v>
                </c:pt>
                <c:pt idx="355">
                  <c:v>0.017373014</c:v>
                </c:pt>
                <c:pt idx="356">
                  <c:v>0.017442126</c:v>
                </c:pt>
                <c:pt idx="357">
                  <c:v>0.019791875</c:v>
                </c:pt>
                <c:pt idx="358">
                  <c:v>0.018194325</c:v>
                </c:pt>
                <c:pt idx="359">
                  <c:v>0.018481549</c:v>
                </c:pt>
                <c:pt idx="360">
                  <c:v>0.016499218</c:v>
                </c:pt>
                <c:pt idx="361">
                  <c:v>0.024472417</c:v>
                </c:pt>
                <c:pt idx="362">
                  <c:v>0.021165013</c:v>
                </c:pt>
                <c:pt idx="363">
                  <c:v>0.021165013</c:v>
                </c:pt>
                <c:pt idx="364">
                  <c:v>0.024072524</c:v>
                </c:pt>
                <c:pt idx="365">
                  <c:v>0.033333786</c:v>
                </c:pt>
                <c:pt idx="366">
                  <c:v>0.035755575</c:v>
                </c:pt>
                <c:pt idx="367">
                  <c:v>0.035755575</c:v>
                </c:pt>
                <c:pt idx="368">
                  <c:v>0.03241974</c:v>
                </c:pt>
                <c:pt idx="369">
                  <c:v>0.03774234</c:v>
                </c:pt>
                <c:pt idx="370">
                  <c:v>0.03397666</c:v>
                </c:pt>
                <c:pt idx="371">
                  <c:v>0.033048637</c:v>
                </c:pt>
                <c:pt idx="372">
                  <c:v>0.033048637</c:v>
                </c:pt>
                <c:pt idx="373">
                  <c:v>0.042281006</c:v>
                </c:pt>
                <c:pt idx="374">
                  <c:v>0.037926305</c:v>
                </c:pt>
                <c:pt idx="375">
                  <c:v>0.030281214</c:v>
                </c:pt>
                <c:pt idx="376">
                  <c:v>0.030281214</c:v>
                </c:pt>
                <c:pt idx="377">
                  <c:v>0.023900606</c:v>
                </c:pt>
                <c:pt idx="378">
                  <c:v>0.020988125</c:v>
                </c:pt>
                <c:pt idx="379">
                  <c:v>0.019922756</c:v>
                </c:pt>
                <c:pt idx="380">
                  <c:v>0.019922756</c:v>
                </c:pt>
                <c:pt idx="381">
                  <c:v>0.014364746</c:v>
                </c:pt>
                <c:pt idx="382">
                  <c:v>0.002497614</c:v>
                </c:pt>
                <c:pt idx="383">
                  <c:v>0.00262067</c:v>
                </c:pt>
                <c:pt idx="384">
                  <c:v>0.0047429726</c:v>
                </c:pt>
                <c:pt idx="385">
                  <c:v>0.0047429726</c:v>
                </c:pt>
                <c:pt idx="386">
                  <c:v>0.013639468</c:v>
                </c:pt>
                <c:pt idx="387">
                  <c:v>0.017665468</c:v>
                </c:pt>
                <c:pt idx="388">
                  <c:v>0.016541924</c:v>
                </c:pt>
                <c:pt idx="389">
                  <c:v>0.016541924</c:v>
                </c:pt>
                <c:pt idx="390">
                  <c:v>0.015590988</c:v>
                </c:pt>
                <c:pt idx="391">
                  <c:v>0.01691205</c:v>
                </c:pt>
                <c:pt idx="392">
                  <c:v>0.02320294</c:v>
                </c:pt>
                <c:pt idx="393">
                  <c:v>0.02320294</c:v>
                </c:pt>
                <c:pt idx="394">
                  <c:v>0.020107113</c:v>
                </c:pt>
                <c:pt idx="395">
                  <c:v>0.013295169</c:v>
                </c:pt>
                <c:pt idx="396">
                  <c:v>0.015525386</c:v>
                </c:pt>
                <c:pt idx="397">
                  <c:v>0.015525386</c:v>
                </c:pt>
                <c:pt idx="398">
                  <c:v>0.015748374</c:v>
                </c:pt>
                <c:pt idx="399">
                  <c:v>0.014400674</c:v>
                </c:pt>
                <c:pt idx="400">
                  <c:v>0.013152184</c:v>
                </c:pt>
                <c:pt idx="401">
                  <c:v>0.014355216</c:v>
                </c:pt>
                <c:pt idx="402">
                  <c:v>0.01698706</c:v>
                </c:pt>
                <c:pt idx="403">
                  <c:v>0.01698706</c:v>
                </c:pt>
                <c:pt idx="404">
                  <c:v>0.016879369</c:v>
                </c:pt>
                <c:pt idx="405">
                  <c:v>0.017905453</c:v>
                </c:pt>
                <c:pt idx="406">
                  <c:v>0.020479035</c:v>
                </c:pt>
                <c:pt idx="407">
                  <c:v>0.020479035</c:v>
                </c:pt>
                <c:pt idx="408">
                  <c:v>0.021116372</c:v>
                </c:pt>
                <c:pt idx="409">
                  <c:v>0.022473566</c:v>
                </c:pt>
                <c:pt idx="410">
                  <c:v>0.023074456</c:v>
                </c:pt>
                <c:pt idx="411">
                  <c:v>0.023074456</c:v>
                </c:pt>
                <c:pt idx="412">
                  <c:v>0.02096926</c:v>
                </c:pt>
                <c:pt idx="413">
                  <c:v>0.02205863</c:v>
                </c:pt>
                <c:pt idx="414">
                  <c:v>0.024427602</c:v>
                </c:pt>
                <c:pt idx="415">
                  <c:v>0.018194325</c:v>
                </c:pt>
                <c:pt idx="416">
                  <c:v>0.017250229</c:v>
                </c:pt>
                <c:pt idx="417">
                  <c:v>0.024217166</c:v>
                </c:pt>
                <c:pt idx="418">
                  <c:v>0.023108918</c:v>
                </c:pt>
                <c:pt idx="419">
                  <c:v>0.023108918</c:v>
                </c:pt>
                <c:pt idx="420">
                  <c:v>0.026572121</c:v>
                </c:pt>
                <c:pt idx="421">
                  <c:v>0.029801322</c:v>
                </c:pt>
                <c:pt idx="422">
                  <c:v>0.032120097</c:v>
                </c:pt>
                <c:pt idx="423">
                  <c:v>0.03902632</c:v>
                </c:pt>
                <c:pt idx="424">
                  <c:v>0.03902632</c:v>
                </c:pt>
                <c:pt idx="425">
                  <c:v>0.042710774</c:v>
                </c:pt>
                <c:pt idx="426">
                  <c:v>0.04118551</c:v>
                </c:pt>
                <c:pt idx="427">
                  <c:v>0.037554506</c:v>
                </c:pt>
                <c:pt idx="428">
                  <c:v>0.037554506</c:v>
                </c:pt>
                <c:pt idx="429">
                  <c:v>0.04103157</c:v>
                </c:pt>
                <c:pt idx="430">
                  <c:v>0.03235933</c:v>
                </c:pt>
                <c:pt idx="431">
                  <c:v>0.02586542</c:v>
                </c:pt>
                <c:pt idx="432">
                  <c:v>0.02586542</c:v>
                </c:pt>
                <c:pt idx="433">
                  <c:v>0.022279523</c:v>
                </c:pt>
                <c:pt idx="434">
                  <c:v>0.021585876</c:v>
                </c:pt>
                <c:pt idx="435">
                  <c:v>0.01855082</c:v>
                </c:pt>
                <c:pt idx="436">
                  <c:v>0.01855082</c:v>
                </c:pt>
                <c:pt idx="437">
                  <c:v>0.014641801</c:v>
                </c:pt>
                <c:pt idx="438">
                  <c:v>0.013078855</c:v>
                </c:pt>
                <c:pt idx="439">
                  <c:v>0.0027702088</c:v>
                </c:pt>
                <c:pt idx="440">
                  <c:v>0.0027702088</c:v>
                </c:pt>
                <c:pt idx="441">
                  <c:v>0.0030623162</c:v>
                </c:pt>
                <c:pt idx="442">
                  <c:v>0.0019313374</c:v>
                </c:pt>
                <c:pt idx="443">
                  <c:v>0.0019313374</c:v>
                </c:pt>
                <c:pt idx="444">
                  <c:v>0.0024540222</c:v>
                </c:pt>
                <c:pt idx="445">
                  <c:v>0.00381489</c:v>
                </c:pt>
                <c:pt idx="446">
                  <c:v>0.004649424</c:v>
                </c:pt>
                <c:pt idx="447">
                  <c:v>0.0042992095</c:v>
                </c:pt>
                <c:pt idx="448">
                  <c:v>0.0038236736</c:v>
                </c:pt>
                <c:pt idx="449">
                  <c:v>0.0038236736</c:v>
                </c:pt>
                <c:pt idx="450">
                  <c:v>0.014969118</c:v>
                </c:pt>
                <c:pt idx="451">
                  <c:v>0.017933492</c:v>
                </c:pt>
                <c:pt idx="452">
                  <c:v>0.01919496</c:v>
                </c:pt>
                <c:pt idx="453">
                  <c:v>0.01919496</c:v>
                </c:pt>
                <c:pt idx="454">
                  <c:v>0.02192874</c:v>
                </c:pt>
                <c:pt idx="455">
                  <c:v>0.027129473</c:v>
                </c:pt>
                <c:pt idx="456">
                  <c:v>0.033558555</c:v>
                </c:pt>
                <c:pt idx="457">
                  <c:v>0.033558555</c:v>
                </c:pt>
                <c:pt idx="458">
                  <c:v>0.028572382</c:v>
                </c:pt>
                <c:pt idx="459">
                  <c:v>0.017471807</c:v>
                </c:pt>
                <c:pt idx="460">
                  <c:v>0.018252708</c:v>
                </c:pt>
                <c:pt idx="461">
                  <c:v>0.018252708</c:v>
                </c:pt>
                <c:pt idx="462">
                  <c:v>0.016521534</c:v>
                </c:pt>
                <c:pt idx="463">
                  <c:v>0.017334945</c:v>
                </c:pt>
                <c:pt idx="464">
                  <c:v>0.014138112</c:v>
                </c:pt>
                <c:pt idx="465">
                  <c:v>0.014138112</c:v>
                </c:pt>
                <c:pt idx="466">
                  <c:v>0.018371534</c:v>
                </c:pt>
                <c:pt idx="467">
                  <c:v>0.019022476</c:v>
                </c:pt>
                <c:pt idx="468">
                  <c:v>0.018392239</c:v>
                </c:pt>
                <c:pt idx="469">
                  <c:v>0.019095909</c:v>
                </c:pt>
                <c:pt idx="470">
                  <c:v>0.019095909</c:v>
                </c:pt>
                <c:pt idx="471">
                  <c:v>0.019012565</c:v>
                </c:pt>
                <c:pt idx="472">
                  <c:v>0.017440043</c:v>
                </c:pt>
                <c:pt idx="473">
                  <c:v>0.02015083</c:v>
                </c:pt>
                <c:pt idx="474">
                  <c:v>0.02015083</c:v>
                </c:pt>
                <c:pt idx="475">
                  <c:v>0.025980167</c:v>
                </c:pt>
                <c:pt idx="476">
                  <c:v>0.027054306</c:v>
                </c:pt>
                <c:pt idx="477">
                  <c:v>0.03065685</c:v>
                </c:pt>
                <c:pt idx="478">
                  <c:v>0.03065685</c:v>
                </c:pt>
                <c:pt idx="479">
                  <c:v>0.02329591</c:v>
                </c:pt>
                <c:pt idx="480">
                  <c:v>0.022677314</c:v>
                </c:pt>
                <c:pt idx="481">
                  <c:v>0.027575782</c:v>
                </c:pt>
                <c:pt idx="482">
                  <c:v>0.024427602</c:v>
                </c:pt>
                <c:pt idx="483">
                  <c:v>0.030435985</c:v>
                </c:pt>
                <c:pt idx="484">
                  <c:v>0.038217887</c:v>
                </c:pt>
                <c:pt idx="485">
                  <c:v>0.038023617</c:v>
                </c:pt>
                <c:pt idx="486">
                  <c:v>0.038023617</c:v>
                </c:pt>
                <c:pt idx="487">
                  <c:v>0.033328682</c:v>
                </c:pt>
                <c:pt idx="488">
                  <c:v>0.038214304</c:v>
                </c:pt>
                <c:pt idx="489">
                  <c:v>0.04256499</c:v>
                </c:pt>
                <c:pt idx="490">
                  <c:v>0.041048802</c:v>
                </c:pt>
                <c:pt idx="491">
                  <c:v>0.041048802</c:v>
                </c:pt>
                <c:pt idx="492">
                  <c:v>0.0452225</c:v>
                </c:pt>
                <c:pt idx="493">
                  <c:v>0.04633619</c:v>
                </c:pt>
                <c:pt idx="494">
                  <c:v>0.043838665</c:v>
                </c:pt>
                <c:pt idx="495">
                  <c:v>0.043838665</c:v>
                </c:pt>
                <c:pt idx="496">
                  <c:v>0.037021354</c:v>
                </c:pt>
                <c:pt idx="497">
                  <c:v>0.027829625</c:v>
                </c:pt>
                <c:pt idx="498">
                  <c:v>0.028708797</c:v>
                </c:pt>
                <c:pt idx="499">
                  <c:v>0.028708797</c:v>
                </c:pt>
                <c:pt idx="500">
                  <c:v>0.028971545</c:v>
                </c:pt>
                <c:pt idx="501">
                  <c:v>0.019772314</c:v>
                </c:pt>
                <c:pt idx="502">
                  <c:v>0.017761163</c:v>
                </c:pt>
                <c:pt idx="503">
                  <c:v>0.01534806</c:v>
                </c:pt>
                <c:pt idx="504">
                  <c:v>0.01534806</c:v>
                </c:pt>
                <c:pt idx="505">
                  <c:v>0.0143279685</c:v>
                </c:pt>
                <c:pt idx="506">
                  <c:v>0.003416119</c:v>
                </c:pt>
                <c:pt idx="507">
                  <c:v>0.0013789921</c:v>
                </c:pt>
                <c:pt idx="508">
                  <c:v>0.0015607516</c:v>
                </c:pt>
                <c:pt idx="509">
                  <c:v>0.003989776</c:v>
                </c:pt>
                <c:pt idx="510">
                  <c:v>0.003989776</c:v>
                </c:pt>
                <c:pt idx="511">
                  <c:v>0.004828323</c:v>
                </c:pt>
                <c:pt idx="512">
                  <c:v>0.0036271107</c:v>
                </c:pt>
                <c:pt idx="513">
                  <c:v>0.0036271107</c:v>
                </c:pt>
                <c:pt idx="514">
                  <c:v>0.017157441</c:v>
                </c:pt>
                <c:pt idx="515">
                  <c:v>0.018328456</c:v>
                </c:pt>
                <c:pt idx="516">
                  <c:v>0.020740043</c:v>
                </c:pt>
                <c:pt idx="517">
                  <c:v>0.020740043</c:v>
                </c:pt>
                <c:pt idx="518">
                  <c:v>0.032079726</c:v>
                </c:pt>
                <c:pt idx="519">
                  <c:v>0.03921202</c:v>
                </c:pt>
                <c:pt idx="520">
                  <c:v>0.039330564</c:v>
                </c:pt>
                <c:pt idx="521">
                  <c:v>0.039330564</c:v>
                </c:pt>
                <c:pt idx="522">
                  <c:v>0.031821713</c:v>
                </c:pt>
                <c:pt idx="523">
                  <c:v>0.019828307</c:v>
                </c:pt>
                <c:pt idx="524">
                  <c:v>0.021044739</c:v>
                </c:pt>
                <c:pt idx="525">
                  <c:v>0.021044739</c:v>
                </c:pt>
                <c:pt idx="526">
                  <c:v>0.020510674</c:v>
                </c:pt>
                <c:pt idx="527">
                  <c:v>0.022049839</c:v>
                </c:pt>
                <c:pt idx="528">
                  <c:v>0.021490391</c:v>
                </c:pt>
                <c:pt idx="529">
                  <c:v>0.025859986</c:v>
                </c:pt>
                <c:pt idx="530">
                  <c:v>0.025859986</c:v>
                </c:pt>
                <c:pt idx="531">
                  <c:v>0.025097514</c:v>
                </c:pt>
                <c:pt idx="532">
                  <c:v>0.019191671</c:v>
                </c:pt>
                <c:pt idx="533">
                  <c:v>0.0208839</c:v>
                </c:pt>
                <c:pt idx="534">
                  <c:v>0.0208839</c:v>
                </c:pt>
                <c:pt idx="535">
                  <c:v>0.021544956</c:v>
                </c:pt>
                <c:pt idx="536">
                  <c:v>0.019715235</c:v>
                </c:pt>
                <c:pt idx="537">
                  <c:v>0.022674242</c:v>
                </c:pt>
                <c:pt idx="538">
                  <c:v>0.022674242</c:v>
                </c:pt>
                <c:pt idx="539">
                  <c:v>0.027431464</c:v>
                </c:pt>
                <c:pt idx="540">
                  <c:v>0.028165871</c:v>
                </c:pt>
                <c:pt idx="541">
                  <c:v>0.03231867</c:v>
                </c:pt>
                <c:pt idx="542">
                  <c:v>0.03231867</c:v>
                </c:pt>
                <c:pt idx="543">
                  <c:v>0.027392345</c:v>
                </c:pt>
                <c:pt idx="544">
                  <c:v>0.023185667</c:v>
                </c:pt>
                <c:pt idx="545">
                  <c:v>0.02597304</c:v>
                </c:pt>
                <c:pt idx="546">
                  <c:v>0.02597304</c:v>
                </c:pt>
                <c:pt idx="547">
                  <c:v>0.037320763</c:v>
                </c:pt>
                <c:pt idx="548">
                  <c:v>0.045840364</c:v>
                </c:pt>
                <c:pt idx="549">
                  <c:v>0.048829887</c:v>
                </c:pt>
                <c:pt idx="550">
                  <c:v>0.042468734</c:v>
                </c:pt>
                <c:pt idx="551">
                  <c:v>0.042468734</c:v>
                </c:pt>
                <c:pt idx="552">
                  <c:v>0.047724206</c:v>
                </c:pt>
                <c:pt idx="553">
                  <c:v>0.044632737</c:v>
                </c:pt>
                <c:pt idx="554">
                  <c:v>0.043267593</c:v>
                </c:pt>
                <c:pt idx="555">
                  <c:v>0.043267593</c:v>
                </c:pt>
                <c:pt idx="556">
                  <c:v>0.044429008</c:v>
                </c:pt>
                <c:pt idx="557">
                  <c:v>0.04352221</c:v>
                </c:pt>
                <c:pt idx="558">
                  <c:v>0.043451756</c:v>
                </c:pt>
                <c:pt idx="559">
                  <c:v>0.043451756</c:v>
                </c:pt>
                <c:pt idx="560">
                  <c:v>0.037482686</c:v>
                </c:pt>
                <c:pt idx="561">
                  <c:v>0.029995898</c:v>
                </c:pt>
                <c:pt idx="562">
                  <c:v>0.031312473</c:v>
                </c:pt>
                <c:pt idx="563">
                  <c:v>0.031312473</c:v>
                </c:pt>
                <c:pt idx="564">
                  <c:v>0.031066515</c:v>
                </c:pt>
                <c:pt idx="565">
                  <c:v>0.025945008</c:v>
                </c:pt>
                <c:pt idx="566">
                  <c:v>0.018433612</c:v>
                </c:pt>
                <c:pt idx="567">
                  <c:v>0.015454309</c:v>
                </c:pt>
                <c:pt idx="568">
                  <c:v>0.015454309</c:v>
                </c:pt>
                <c:pt idx="569">
                  <c:v>0.002801595</c:v>
                </c:pt>
                <c:pt idx="570">
                  <c:v>0.0017337969</c:v>
                </c:pt>
                <c:pt idx="571">
                  <c:v>0.0018746243</c:v>
                </c:pt>
                <c:pt idx="572">
                  <c:v>0.0018746243</c:v>
                </c:pt>
                <c:pt idx="573">
                  <c:v>0.0017280204</c:v>
                </c:pt>
                <c:pt idx="574">
                  <c:v>0.0029186644</c:v>
                </c:pt>
                <c:pt idx="575">
                  <c:v>0.0029186644</c:v>
                </c:pt>
                <c:pt idx="576">
                  <c:v>0.0034764432</c:v>
                </c:pt>
                <c:pt idx="577">
                  <c:v>0.0038263155</c:v>
                </c:pt>
                <c:pt idx="578">
                  <c:v>0.0039949818</c:v>
                </c:pt>
                <c:pt idx="579">
                  <c:v>0.0039949818</c:v>
                </c:pt>
                <c:pt idx="580">
                  <c:v>0.004338546</c:v>
                </c:pt>
                <c:pt idx="581">
                  <c:v>0.0043485602</c:v>
                </c:pt>
                <c:pt idx="582">
                  <c:v>0.004408388</c:v>
                </c:pt>
                <c:pt idx="583">
                  <c:v>0.004408388</c:v>
                </c:pt>
                <c:pt idx="584">
                  <c:v>0.01305926</c:v>
                </c:pt>
                <c:pt idx="585">
                  <c:v>0.01305926</c:v>
                </c:pt>
                <c:pt idx="586">
                  <c:v>0.017346784</c:v>
                </c:pt>
                <c:pt idx="587">
                  <c:v>0.017899923</c:v>
                </c:pt>
                <c:pt idx="588">
                  <c:v>0.028955702</c:v>
                </c:pt>
                <c:pt idx="589">
                  <c:v>0.028955702</c:v>
                </c:pt>
                <c:pt idx="590">
                  <c:v>0.036737315</c:v>
                </c:pt>
                <c:pt idx="591">
                  <c:v>0.044924445</c:v>
                </c:pt>
                <c:pt idx="592">
                  <c:v>0.044048313</c:v>
                </c:pt>
                <c:pt idx="593">
                  <c:v>0.030169621</c:v>
                </c:pt>
                <c:pt idx="594">
                  <c:v>0.030169621</c:v>
                </c:pt>
                <c:pt idx="595">
                  <c:v>0.023542818</c:v>
                </c:pt>
                <c:pt idx="596">
                  <c:v>0.02428804</c:v>
                </c:pt>
                <c:pt idx="597">
                  <c:v>0.025679978</c:v>
                </c:pt>
                <c:pt idx="598">
                  <c:v>0.025679978</c:v>
                </c:pt>
                <c:pt idx="599">
                  <c:v>0.02280979</c:v>
                </c:pt>
                <c:pt idx="600">
                  <c:v>0.028976504</c:v>
                </c:pt>
                <c:pt idx="601">
                  <c:v>0.036321618</c:v>
                </c:pt>
                <c:pt idx="602">
                  <c:v>0.036321618</c:v>
                </c:pt>
                <c:pt idx="603">
                  <c:v>0.035755567</c:v>
                </c:pt>
                <c:pt idx="604">
                  <c:v>0.033342227</c:v>
                </c:pt>
                <c:pt idx="605">
                  <c:v>0.033281982</c:v>
                </c:pt>
                <c:pt idx="606">
                  <c:v>0.033281982</c:v>
                </c:pt>
                <c:pt idx="607">
                  <c:v>0.031256452</c:v>
                </c:pt>
                <c:pt idx="608">
                  <c:v>0.023531422</c:v>
                </c:pt>
                <c:pt idx="609">
                  <c:v>0.024311477</c:v>
                </c:pt>
                <c:pt idx="610">
                  <c:v>0.024311477</c:v>
                </c:pt>
                <c:pt idx="611">
                  <c:v>0.026567597</c:v>
                </c:pt>
                <c:pt idx="612">
                  <c:v>0.026523376</c:v>
                </c:pt>
                <c:pt idx="613">
                  <c:v>0.030952891</c:v>
                </c:pt>
                <c:pt idx="614">
                  <c:v>0.030952891</c:v>
                </c:pt>
                <c:pt idx="615">
                  <c:v>0.032536395</c:v>
                </c:pt>
                <c:pt idx="616">
                  <c:v>0.025581518</c:v>
                </c:pt>
                <c:pt idx="617">
                  <c:v>0.023941848</c:v>
                </c:pt>
                <c:pt idx="618">
                  <c:v>0.024734788</c:v>
                </c:pt>
                <c:pt idx="619">
                  <c:v>0.032501888</c:v>
                </c:pt>
                <c:pt idx="620">
                  <c:v>0.03942529</c:v>
                </c:pt>
                <c:pt idx="621">
                  <c:v>0.042982604</c:v>
                </c:pt>
                <c:pt idx="622">
                  <c:v>0.043647405</c:v>
                </c:pt>
                <c:pt idx="623">
                  <c:v>0.043647405</c:v>
                </c:pt>
                <c:pt idx="624">
                  <c:v>0.04477663</c:v>
                </c:pt>
                <c:pt idx="625">
                  <c:v>0.041970886</c:v>
                </c:pt>
                <c:pt idx="626">
                  <c:v>0.037978996</c:v>
                </c:pt>
                <c:pt idx="627">
                  <c:v>0.037978996</c:v>
                </c:pt>
                <c:pt idx="628">
                  <c:v>0.03807325</c:v>
                </c:pt>
                <c:pt idx="629">
                  <c:v>0.037270807</c:v>
                </c:pt>
                <c:pt idx="630">
                  <c:v>0.039571367</c:v>
                </c:pt>
                <c:pt idx="631">
                  <c:v>0.039571367</c:v>
                </c:pt>
                <c:pt idx="632">
                  <c:v>0.038504004</c:v>
                </c:pt>
                <c:pt idx="633">
                  <c:v>0.034870423</c:v>
                </c:pt>
                <c:pt idx="634">
                  <c:v>0.030389544</c:v>
                </c:pt>
                <c:pt idx="635">
                  <c:v>0.028764281</c:v>
                </c:pt>
                <c:pt idx="636">
                  <c:v>0.028764281</c:v>
                </c:pt>
                <c:pt idx="637">
                  <c:v>0.022316407</c:v>
                </c:pt>
                <c:pt idx="638">
                  <c:v>0.019379076</c:v>
                </c:pt>
                <c:pt idx="639">
                  <c:v>0.017352201</c:v>
                </c:pt>
                <c:pt idx="640">
                  <c:v>0.017352201</c:v>
                </c:pt>
                <c:pt idx="641">
                  <c:v>0.013615506</c:v>
                </c:pt>
                <c:pt idx="642">
                  <c:v>0.0126968175</c:v>
                </c:pt>
                <c:pt idx="643">
                  <c:v>0.0016999176</c:v>
                </c:pt>
                <c:pt idx="644">
                  <c:v>0.0019128796</c:v>
                </c:pt>
                <c:pt idx="645">
                  <c:v>0.0019128796</c:v>
                </c:pt>
                <c:pt idx="646">
                  <c:v>0.0016535544</c:v>
                </c:pt>
                <c:pt idx="647">
                  <c:v>0.0017808978</c:v>
                </c:pt>
                <c:pt idx="648">
                  <c:v>0.001953767</c:v>
                </c:pt>
                <c:pt idx="649">
                  <c:v>0.002537244</c:v>
                </c:pt>
                <c:pt idx="650">
                  <c:v>0.002537244</c:v>
                </c:pt>
                <c:pt idx="651">
                  <c:v>0.003543795</c:v>
                </c:pt>
                <c:pt idx="652">
                  <c:v>0.0040884386</c:v>
                </c:pt>
                <c:pt idx="653">
                  <c:v>0.0047081965</c:v>
                </c:pt>
                <c:pt idx="654">
                  <c:v>0.0047081965</c:v>
                </c:pt>
                <c:pt idx="655">
                  <c:v>0.0040908246</c:v>
                </c:pt>
                <c:pt idx="656">
                  <c:v>0.0040780744</c:v>
                </c:pt>
                <c:pt idx="657">
                  <c:v>0.0037057975</c:v>
                </c:pt>
                <c:pt idx="658">
                  <c:v>0.0037057975</c:v>
                </c:pt>
                <c:pt idx="659">
                  <c:v>0.011678975</c:v>
                </c:pt>
                <c:pt idx="660">
                  <c:v>0.014014622</c:v>
                </c:pt>
                <c:pt idx="661">
                  <c:v>0.0156035265</c:v>
                </c:pt>
                <c:pt idx="662">
                  <c:v>0.0156035265</c:v>
                </c:pt>
                <c:pt idx="663">
                  <c:v>0.021141367</c:v>
                </c:pt>
                <c:pt idx="664">
                  <c:v>0.026262343</c:v>
                </c:pt>
                <c:pt idx="665">
                  <c:v>0.03826707</c:v>
                </c:pt>
                <c:pt idx="666">
                  <c:v>0.041569218</c:v>
                </c:pt>
                <c:pt idx="667">
                  <c:v>0.041569218</c:v>
                </c:pt>
                <c:pt idx="668">
                  <c:v>0.04574356</c:v>
                </c:pt>
                <c:pt idx="669">
                  <c:v>0.044918716</c:v>
                </c:pt>
                <c:pt idx="670">
                  <c:v>0.034292497</c:v>
                </c:pt>
                <c:pt idx="671">
                  <c:v>0.034292497</c:v>
                </c:pt>
                <c:pt idx="672">
                  <c:v>0.026061172</c:v>
                </c:pt>
                <c:pt idx="673">
                  <c:v>0.029504413</c:v>
                </c:pt>
                <c:pt idx="674">
                  <c:v>0.032460224</c:v>
                </c:pt>
                <c:pt idx="675">
                  <c:v>0.032460224</c:v>
                </c:pt>
                <c:pt idx="676">
                  <c:v>0.024121689</c:v>
                </c:pt>
                <c:pt idx="677">
                  <c:v>0.025866183</c:v>
                </c:pt>
                <c:pt idx="678">
                  <c:v>0.035302706</c:v>
                </c:pt>
                <c:pt idx="679">
                  <c:v>0.035302706</c:v>
                </c:pt>
                <c:pt idx="680">
                  <c:v>0.03333558</c:v>
                </c:pt>
                <c:pt idx="681">
                  <c:v>0.03876697</c:v>
                </c:pt>
                <c:pt idx="682">
                  <c:v>0.03623142</c:v>
                </c:pt>
                <c:pt idx="683">
                  <c:v>0.03623142</c:v>
                </c:pt>
                <c:pt idx="684">
                  <c:v>0.034203164</c:v>
                </c:pt>
                <c:pt idx="685">
                  <c:v>0.027829956</c:v>
                </c:pt>
                <c:pt idx="686">
                  <c:v>0.0265772</c:v>
                </c:pt>
                <c:pt idx="687">
                  <c:v>0.0265772</c:v>
                </c:pt>
                <c:pt idx="688">
                  <c:v>0.028023379</c:v>
                </c:pt>
                <c:pt idx="689">
                  <c:v>0.029187487</c:v>
                </c:pt>
                <c:pt idx="690">
                  <c:v>0.031078216</c:v>
                </c:pt>
                <c:pt idx="691">
                  <c:v>0.031078216</c:v>
                </c:pt>
                <c:pt idx="692">
                  <c:v>0.028385231</c:v>
                </c:pt>
                <c:pt idx="693">
                  <c:v>0.029432843</c:v>
                </c:pt>
                <c:pt idx="694">
                  <c:v>0.02706737</c:v>
                </c:pt>
                <c:pt idx="695">
                  <c:v>0.022011269</c:v>
                </c:pt>
                <c:pt idx="696">
                  <c:v>0.022011269</c:v>
                </c:pt>
                <c:pt idx="697">
                  <c:v>0.030508537</c:v>
                </c:pt>
                <c:pt idx="698">
                  <c:v>0.036498323</c:v>
                </c:pt>
                <c:pt idx="699">
                  <c:v>0.03687562</c:v>
                </c:pt>
                <c:pt idx="700">
                  <c:v>0.03687562</c:v>
                </c:pt>
                <c:pt idx="701">
                  <c:v>0.034666438</c:v>
                </c:pt>
                <c:pt idx="702">
                  <c:v>0.043407373</c:v>
                </c:pt>
                <c:pt idx="703">
                  <c:v>0.038797945</c:v>
                </c:pt>
                <c:pt idx="704">
                  <c:v>0.038797945</c:v>
                </c:pt>
                <c:pt idx="705">
                  <c:v>0.03503261</c:v>
                </c:pt>
                <c:pt idx="706">
                  <c:v>0.03332282</c:v>
                </c:pt>
                <c:pt idx="707">
                  <c:v>0.032730952</c:v>
                </c:pt>
                <c:pt idx="708">
                  <c:v>0.032730952</c:v>
                </c:pt>
                <c:pt idx="709">
                  <c:v>0.034029715</c:v>
                </c:pt>
                <c:pt idx="710">
                  <c:v>0.0325305</c:v>
                </c:pt>
                <c:pt idx="711">
                  <c:v>0.026927847</c:v>
                </c:pt>
                <c:pt idx="712">
                  <c:v>0.025942355</c:v>
                </c:pt>
                <c:pt idx="713">
                  <c:v>0.025942355</c:v>
                </c:pt>
                <c:pt idx="714">
                  <c:v>0.02164966</c:v>
                </c:pt>
                <c:pt idx="715">
                  <c:v>0.018885143</c:v>
                </c:pt>
                <c:pt idx="716">
                  <c:v>0.01761062</c:v>
                </c:pt>
                <c:pt idx="717">
                  <c:v>0.01761062</c:v>
                </c:pt>
                <c:pt idx="718">
                  <c:v>0.01619479</c:v>
                </c:pt>
                <c:pt idx="719">
                  <c:v>0.01762376</c:v>
                </c:pt>
                <c:pt idx="720">
                  <c:v>0.013864676</c:v>
                </c:pt>
                <c:pt idx="721">
                  <c:v>0.013864676</c:v>
                </c:pt>
                <c:pt idx="722">
                  <c:v>0.015065226</c:v>
                </c:pt>
                <c:pt idx="723">
                  <c:v>0.0025476017</c:v>
                </c:pt>
                <c:pt idx="724">
                  <c:v>0.00097394385</c:v>
                </c:pt>
                <c:pt idx="725">
                  <c:v>0.00097394385</c:v>
                </c:pt>
                <c:pt idx="726">
                  <c:v>0.0017665116</c:v>
                </c:pt>
                <c:pt idx="727">
                  <c:v>0.0020045366</c:v>
                </c:pt>
                <c:pt idx="728">
                  <c:v>0.0021679979</c:v>
                </c:pt>
                <c:pt idx="729">
                  <c:v>0.0021679979</c:v>
                </c:pt>
                <c:pt idx="730">
                  <c:v>0.0034702495</c:v>
                </c:pt>
                <c:pt idx="731">
                  <c:v>0.0032034377</c:v>
                </c:pt>
                <c:pt idx="732">
                  <c:v>0.0032034377</c:v>
                </c:pt>
                <c:pt idx="733">
                  <c:v>0.004502168</c:v>
                </c:pt>
                <c:pt idx="734">
                  <c:v>0.0030742656</c:v>
                </c:pt>
                <c:pt idx="735">
                  <c:v>0.0039349794</c:v>
                </c:pt>
                <c:pt idx="736">
                  <c:v>0.0039349794</c:v>
                </c:pt>
                <c:pt idx="737">
                  <c:v>0.0049035954</c:v>
                </c:pt>
                <c:pt idx="738">
                  <c:v>0.0141196605</c:v>
                </c:pt>
                <c:pt idx="739">
                  <c:v>0.018708494</c:v>
                </c:pt>
                <c:pt idx="740">
                  <c:v>0.018963085</c:v>
                </c:pt>
                <c:pt idx="741">
                  <c:v>0.016271446</c:v>
                </c:pt>
                <c:pt idx="742">
                  <c:v>0.013627066</c:v>
                </c:pt>
                <c:pt idx="743">
                  <c:v>0.019918144</c:v>
                </c:pt>
                <c:pt idx="744">
                  <c:v>0.030023597</c:v>
                </c:pt>
                <c:pt idx="745">
                  <c:v>0.030023597</c:v>
                </c:pt>
                <c:pt idx="746">
                  <c:v>0.03391415</c:v>
                </c:pt>
                <c:pt idx="747">
                  <c:v>0.04463106</c:v>
                </c:pt>
                <c:pt idx="748">
                  <c:v>0.046519406</c:v>
                </c:pt>
                <c:pt idx="749">
                  <c:v>0.046519406</c:v>
                </c:pt>
                <c:pt idx="750">
                  <c:v>0.042061824</c:v>
                </c:pt>
                <c:pt idx="751">
                  <c:v>0.03705559</c:v>
                </c:pt>
                <c:pt idx="752">
                  <c:v>0.031981423</c:v>
                </c:pt>
                <c:pt idx="753">
                  <c:v>0.031981423</c:v>
                </c:pt>
                <c:pt idx="754">
                  <c:v>0.025521273</c:v>
                </c:pt>
                <c:pt idx="755">
                  <c:v>0.02893578</c:v>
                </c:pt>
                <c:pt idx="756">
                  <c:v>0.03252469</c:v>
                </c:pt>
                <c:pt idx="757">
                  <c:v>0.03252469</c:v>
                </c:pt>
                <c:pt idx="758">
                  <c:v>0.025274452</c:v>
                </c:pt>
                <c:pt idx="759">
                  <c:v>0.023670554</c:v>
                </c:pt>
                <c:pt idx="760">
                  <c:v>0.029839989</c:v>
                </c:pt>
                <c:pt idx="761">
                  <c:v>0.029839989</c:v>
                </c:pt>
                <c:pt idx="762">
                  <c:v>0.028238589</c:v>
                </c:pt>
                <c:pt idx="763">
                  <c:v>0.03001567</c:v>
                </c:pt>
                <c:pt idx="764">
                  <c:v>0.026858162</c:v>
                </c:pt>
                <c:pt idx="765">
                  <c:v>0.026858162</c:v>
                </c:pt>
                <c:pt idx="766">
                  <c:v>0.029938348</c:v>
                </c:pt>
                <c:pt idx="767">
                  <c:v>0.032873757</c:v>
                </c:pt>
                <c:pt idx="768">
                  <c:v>0.031047633</c:v>
                </c:pt>
                <c:pt idx="769">
                  <c:v>0.031047633</c:v>
                </c:pt>
                <c:pt idx="770">
                  <c:v>0.02908928</c:v>
                </c:pt>
                <c:pt idx="771">
                  <c:v>0.028259173</c:v>
                </c:pt>
                <c:pt idx="772">
                  <c:v>0.026211848</c:v>
                </c:pt>
                <c:pt idx="773">
                  <c:v>0.0249699</c:v>
                </c:pt>
                <c:pt idx="774">
                  <c:v>0.0249699</c:v>
                </c:pt>
                <c:pt idx="775">
                  <c:v>0.031744882</c:v>
                </c:pt>
                <c:pt idx="776">
                  <c:v>0.031090451</c:v>
                </c:pt>
                <c:pt idx="777">
                  <c:v>0.027440466</c:v>
                </c:pt>
                <c:pt idx="778">
                  <c:v>0.027440466</c:v>
                </c:pt>
                <c:pt idx="779">
                  <c:v>0.026213633</c:v>
                </c:pt>
                <c:pt idx="780">
                  <c:v>0.029490175</c:v>
                </c:pt>
                <c:pt idx="781">
                  <c:v>0.029316036</c:v>
                </c:pt>
                <c:pt idx="782">
                  <c:v>0.029316036</c:v>
                </c:pt>
                <c:pt idx="783">
                  <c:v>0.03542032</c:v>
                </c:pt>
                <c:pt idx="784">
                  <c:v>0.04245431</c:v>
                </c:pt>
                <c:pt idx="785">
                  <c:v>0.040435422</c:v>
                </c:pt>
                <c:pt idx="786">
                  <c:v>0.040435422</c:v>
                </c:pt>
                <c:pt idx="787">
                  <c:v>0.032396667</c:v>
                </c:pt>
                <c:pt idx="788">
                  <c:v>0.030302789</c:v>
                </c:pt>
                <c:pt idx="789">
                  <c:v>0.02676869</c:v>
                </c:pt>
                <c:pt idx="790">
                  <c:v>0.03034582</c:v>
                </c:pt>
                <c:pt idx="791">
                  <c:v>0.03034582</c:v>
                </c:pt>
                <c:pt idx="792">
                  <c:v>0.02843875</c:v>
                </c:pt>
                <c:pt idx="793">
                  <c:v>0.021589614</c:v>
                </c:pt>
                <c:pt idx="794">
                  <c:v>0.021518905</c:v>
                </c:pt>
                <c:pt idx="795">
                  <c:v>0.021518905</c:v>
                </c:pt>
                <c:pt idx="796">
                  <c:v>0.018196436</c:v>
                </c:pt>
                <c:pt idx="797">
                  <c:v>0.014807139</c:v>
                </c:pt>
                <c:pt idx="798">
                  <c:v>0.01634922</c:v>
                </c:pt>
                <c:pt idx="799">
                  <c:v>0.01634922</c:v>
                </c:pt>
                <c:pt idx="800">
                  <c:v>0.020863075</c:v>
                </c:pt>
                <c:pt idx="801">
                  <c:v>0.025821274</c:v>
                </c:pt>
                <c:pt idx="802">
                  <c:v>0.018236343</c:v>
                </c:pt>
                <c:pt idx="803">
                  <c:v>0.014412399</c:v>
                </c:pt>
                <c:pt idx="804">
                  <c:v>0.014412399</c:v>
                </c:pt>
                <c:pt idx="805">
                  <c:v>0.018309321</c:v>
                </c:pt>
                <c:pt idx="806">
                  <c:v>0.015499019</c:v>
                </c:pt>
                <c:pt idx="807">
                  <c:v>0.002333879</c:v>
                </c:pt>
                <c:pt idx="808">
                  <c:v>0.002545979</c:v>
                </c:pt>
                <c:pt idx="809">
                  <c:v>0.0026557057</c:v>
                </c:pt>
                <c:pt idx="810">
                  <c:v>0.0026557057</c:v>
                </c:pt>
                <c:pt idx="811">
                  <c:v>0.0025219985</c:v>
                </c:pt>
                <c:pt idx="812">
                  <c:v>0.0025803456</c:v>
                </c:pt>
                <c:pt idx="813">
                  <c:v>0.0025803456</c:v>
                </c:pt>
                <c:pt idx="814">
                  <c:v>0.0033387393</c:v>
                </c:pt>
                <c:pt idx="815">
                  <c:v>0.0036651718</c:v>
                </c:pt>
                <c:pt idx="816">
                  <c:v>0.0038993822</c:v>
                </c:pt>
                <c:pt idx="817">
                  <c:v>0.0038993822</c:v>
                </c:pt>
                <c:pt idx="818">
                  <c:v>0.004452576</c:v>
                </c:pt>
                <c:pt idx="819">
                  <c:v>0.0042503434</c:v>
                </c:pt>
                <c:pt idx="820">
                  <c:v>0.0042503434</c:v>
                </c:pt>
                <c:pt idx="821">
                  <c:v>0.0025890449</c:v>
                </c:pt>
                <c:pt idx="822">
                  <c:v>0.0038428619</c:v>
                </c:pt>
                <c:pt idx="823">
                  <c:v>0.0047570695</c:v>
                </c:pt>
                <c:pt idx="824">
                  <c:v>0.0047570695</c:v>
                </c:pt>
                <c:pt idx="825">
                  <c:v>0.015853774</c:v>
                </c:pt>
                <c:pt idx="826">
                  <c:v>0.018995587</c:v>
                </c:pt>
                <c:pt idx="827">
                  <c:v>0.026306618</c:v>
                </c:pt>
                <c:pt idx="828">
                  <c:v>0.026306618</c:v>
                </c:pt>
                <c:pt idx="829">
                  <c:v>0.017945379</c:v>
                </c:pt>
                <c:pt idx="830">
                  <c:v>0.03172461</c:v>
                </c:pt>
                <c:pt idx="831">
                  <c:v>0.034068264</c:v>
                </c:pt>
                <c:pt idx="832">
                  <c:v>0.034068264</c:v>
                </c:pt>
                <c:pt idx="833">
                  <c:v>0.03316559</c:v>
                </c:pt>
                <c:pt idx="834">
                  <c:v>0.046099126</c:v>
                </c:pt>
                <c:pt idx="835">
                  <c:v>0.046803392</c:v>
                </c:pt>
                <c:pt idx="836">
                  <c:v>0.046803392</c:v>
                </c:pt>
                <c:pt idx="837">
                  <c:v>0.042070027</c:v>
                </c:pt>
                <c:pt idx="838">
                  <c:v>0.033515</c:v>
                </c:pt>
                <c:pt idx="839">
                  <c:v>0.025735175</c:v>
                </c:pt>
                <c:pt idx="840">
                  <c:v>0.025735175</c:v>
                </c:pt>
                <c:pt idx="841">
                  <c:v>0.0220856</c:v>
                </c:pt>
                <c:pt idx="842">
                  <c:v>0.027118398</c:v>
                </c:pt>
                <c:pt idx="843">
                  <c:v>0.03044637</c:v>
                </c:pt>
                <c:pt idx="844">
                  <c:v>0.03044637</c:v>
                </c:pt>
                <c:pt idx="845">
                  <c:v>0.023651352</c:v>
                </c:pt>
                <c:pt idx="846">
                  <c:v>0.021582283</c:v>
                </c:pt>
                <c:pt idx="847">
                  <c:v>0.025319705</c:v>
                </c:pt>
                <c:pt idx="848">
                  <c:v>0.025959812</c:v>
                </c:pt>
                <c:pt idx="849">
                  <c:v>0.024792936</c:v>
                </c:pt>
                <c:pt idx="850">
                  <c:v>0.022737052</c:v>
                </c:pt>
                <c:pt idx="851">
                  <c:v>0.021905124</c:v>
                </c:pt>
                <c:pt idx="852">
                  <c:v>0.021905124</c:v>
                </c:pt>
                <c:pt idx="853">
                  <c:v>0.022414014</c:v>
                </c:pt>
                <c:pt idx="854">
                  <c:v>0.025323458</c:v>
                </c:pt>
                <c:pt idx="855">
                  <c:v>0.024913002</c:v>
                </c:pt>
                <c:pt idx="856">
                  <c:v>0.025166817</c:v>
                </c:pt>
                <c:pt idx="857">
                  <c:v>0.025166817</c:v>
                </c:pt>
                <c:pt idx="858">
                  <c:v>0.022414904</c:v>
                </c:pt>
                <c:pt idx="859">
                  <c:v>0.02234609</c:v>
                </c:pt>
                <c:pt idx="860">
                  <c:v>0.023275932</c:v>
                </c:pt>
                <c:pt idx="861">
                  <c:v>0.023275932</c:v>
                </c:pt>
                <c:pt idx="862">
                  <c:v>0.028971244</c:v>
                </c:pt>
                <c:pt idx="863">
                  <c:v>0.028913755</c:v>
                </c:pt>
                <c:pt idx="864">
                  <c:v>0.026083801</c:v>
                </c:pt>
                <c:pt idx="865">
                  <c:v>0.026083801</c:v>
                </c:pt>
                <c:pt idx="866">
                  <c:v>0.02961539</c:v>
                </c:pt>
                <c:pt idx="867">
                  <c:v>0.023389483</c:v>
                </c:pt>
                <c:pt idx="868">
                  <c:v>0.025132261</c:v>
                </c:pt>
                <c:pt idx="869">
                  <c:v>0.025132261</c:v>
                </c:pt>
                <c:pt idx="870">
                  <c:v>0.034949057</c:v>
                </c:pt>
                <c:pt idx="871">
                  <c:v>0.036438517</c:v>
                </c:pt>
                <c:pt idx="872">
                  <c:v>0.04002608</c:v>
                </c:pt>
                <c:pt idx="873">
                  <c:v>0.04002608</c:v>
                </c:pt>
                <c:pt idx="874">
                  <c:v>0.036943637</c:v>
                </c:pt>
                <c:pt idx="875">
                  <c:v>0.030041602</c:v>
                </c:pt>
                <c:pt idx="876">
                  <c:v>0.02491245</c:v>
                </c:pt>
                <c:pt idx="877">
                  <c:v>0.027764967</c:v>
                </c:pt>
                <c:pt idx="878">
                  <c:v>0.027764967</c:v>
                </c:pt>
                <c:pt idx="879">
                  <c:v>0.022203278</c:v>
                </c:pt>
                <c:pt idx="880">
                  <c:v>0.01825045</c:v>
                </c:pt>
                <c:pt idx="881">
                  <c:v>0.01723385</c:v>
                </c:pt>
                <c:pt idx="882">
                  <c:v>0.01723385</c:v>
                </c:pt>
                <c:pt idx="883">
                  <c:v>0.014341468</c:v>
                </c:pt>
                <c:pt idx="884">
                  <c:v>0.017359897</c:v>
                </c:pt>
                <c:pt idx="885">
                  <c:v>0.020195354</c:v>
                </c:pt>
                <c:pt idx="886">
                  <c:v>0.020467078</c:v>
                </c:pt>
                <c:pt idx="887">
                  <c:v>0.020467078</c:v>
                </c:pt>
                <c:pt idx="888">
                  <c:v>0.021095486</c:v>
                </c:pt>
                <c:pt idx="889">
                  <c:v>0.012714475</c:v>
                </c:pt>
                <c:pt idx="890">
                  <c:v>0.0038997056</c:v>
                </c:pt>
                <c:pt idx="891">
                  <c:v>0.0018799774</c:v>
                </c:pt>
                <c:pt idx="892">
                  <c:v>0.0018799774</c:v>
                </c:pt>
                <c:pt idx="893">
                  <c:v>0.0028096987</c:v>
                </c:pt>
                <c:pt idx="894">
                  <c:v>0.0028996575</c:v>
                </c:pt>
                <c:pt idx="895">
                  <c:v>0.0036432038</c:v>
                </c:pt>
                <c:pt idx="896">
                  <c:v>0.0036432038</c:v>
                </c:pt>
                <c:pt idx="897">
                  <c:v>0.0028348006</c:v>
                </c:pt>
                <c:pt idx="898">
                  <c:v>0.002350892</c:v>
                </c:pt>
                <c:pt idx="899">
                  <c:v>0.0029286998</c:v>
                </c:pt>
                <c:pt idx="900">
                  <c:v>0.0029286998</c:v>
                </c:pt>
                <c:pt idx="901">
                  <c:v>0.0032882853</c:v>
                </c:pt>
                <c:pt idx="902">
                  <c:v>0.0040196623</c:v>
                </c:pt>
                <c:pt idx="903">
                  <c:v>0.0037169487</c:v>
                </c:pt>
                <c:pt idx="904">
                  <c:v>0.0037169487</c:v>
                </c:pt>
                <c:pt idx="905">
                  <c:v>0.004316704</c:v>
                </c:pt>
                <c:pt idx="906">
                  <c:v>0.004233194</c:v>
                </c:pt>
                <c:pt idx="907">
                  <c:v>0.004233194</c:v>
                </c:pt>
                <c:pt idx="908">
                  <c:v>0.0026703537</c:v>
                </c:pt>
                <c:pt idx="909">
                  <c:v>0.0036714675</c:v>
                </c:pt>
                <c:pt idx="910">
                  <c:v>0.004419395</c:v>
                </c:pt>
                <c:pt idx="911">
                  <c:v>0.004419395</c:v>
                </c:pt>
                <c:pt idx="912">
                  <c:v>0.015792228</c:v>
                </c:pt>
                <c:pt idx="913">
                  <c:v>0.015792228</c:v>
                </c:pt>
                <c:pt idx="914">
                  <c:v>0.019464314</c:v>
                </c:pt>
                <c:pt idx="915">
                  <c:v>0.019151334</c:v>
                </c:pt>
                <c:pt idx="916">
                  <c:v>0.02808578</c:v>
                </c:pt>
                <c:pt idx="917">
                  <c:v>0.02808578</c:v>
                </c:pt>
                <c:pt idx="918">
                  <c:v>0.03089084</c:v>
                </c:pt>
                <c:pt idx="919">
                  <c:v>0.03731519</c:v>
                </c:pt>
                <c:pt idx="920">
                  <c:v>0.029388592</c:v>
                </c:pt>
                <c:pt idx="921">
                  <c:v>0.029388592</c:v>
                </c:pt>
                <c:pt idx="922">
                  <c:v>0.029509025</c:v>
                </c:pt>
                <c:pt idx="923">
                  <c:v>0.047972232</c:v>
                </c:pt>
                <c:pt idx="924">
                  <c:v>0.052327976</c:v>
                </c:pt>
                <c:pt idx="925">
                  <c:v>0.030177893</c:v>
                </c:pt>
                <c:pt idx="926">
                  <c:v>0.019766018</c:v>
                </c:pt>
                <c:pt idx="927">
                  <c:v>0.019766018</c:v>
                </c:pt>
                <c:pt idx="928">
                  <c:v>0.023523327</c:v>
                </c:pt>
                <c:pt idx="929">
                  <c:v>0.027130093</c:v>
                </c:pt>
                <c:pt idx="930">
                  <c:v>0.027880987</c:v>
                </c:pt>
                <c:pt idx="931">
                  <c:v>0.027880987</c:v>
                </c:pt>
                <c:pt idx="932">
                  <c:v>0.023177497</c:v>
                </c:pt>
                <c:pt idx="933">
                  <c:v>0.021197129</c:v>
                </c:pt>
                <c:pt idx="934">
                  <c:v>0.022834104</c:v>
                </c:pt>
                <c:pt idx="935">
                  <c:v>0.025319705</c:v>
                </c:pt>
                <c:pt idx="936">
                  <c:v>0.02698256</c:v>
                </c:pt>
                <c:pt idx="937">
                  <c:v>0.02108652</c:v>
                </c:pt>
                <c:pt idx="938">
                  <c:v>0.019474277</c:v>
                </c:pt>
                <c:pt idx="939">
                  <c:v>0.018338293</c:v>
                </c:pt>
                <c:pt idx="940">
                  <c:v>0.018338293</c:v>
                </c:pt>
                <c:pt idx="941">
                  <c:v>0.021612108</c:v>
                </c:pt>
                <c:pt idx="942">
                  <c:v>0.022132635</c:v>
                </c:pt>
                <c:pt idx="943">
                  <c:v>0.023686236</c:v>
                </c:pt>
                <c:pt idx="944">
                  <c:v>0.023686236</c:v>
                </c:pt>
                <c:pt idx="945">
                  <c:v>0.018891742</c:v>
                </c:pt>
                <c:pt idx="946">
                  <c:v>0.018213263</c:v>
                </c:pt>
                <c:pt idx="947">
                  <c:v>0.020130139</c:v>
                </c:pt>
                <c:pt idx="948">
                  <c:v>0.020130139</c:v>
                </c:pt>
                <c:pt idx="949">
                  <c:v>0.020821247</c:v>
                </c:pt>
                <c:pt idx="950">
                  <c:v>0.024118494</c:v>
                </c:pt>
                <c:pt idx="951">
                  <c:v>0.024016803</c:v>
                </c:pt>
                <c:pt idx="952">
                  <c:v>0.024016803</c:v>
                </c:pt>
                <c:pt idx="953">
                  <c:v>0.028689774</c:v>
                </c:pt>
                <c:pt idx="954">
                  <c:v>0.028579883</c:v>
                </c:pt>
                <c:pt idx="955">
                  <c:v>0.0367103</c:v>
                </c:pt>
                <c:pt idx="956">
                  <c:v>0.0367103</c:v>
                </c:pt>
                <c:pt idx="957">
                  <c:v>0.038201332</c:v>
                </c:pt>
                <c:pt idx="958">
                  <c:v>0.03460679</c:v>
                </c:pt>
                <c:pt idx="959">
                  <c:v>0.031548586</c:v>
                </c:pt>
                <c:pt idx="960">
                  <c:v>0.03571928</c:v>
                </c:pt>
                <c:pt idx="961">
                  <c:v>0.03571928</c:v>
                </c:pt>
                <c:pt idx="962">
                  <c:v>0.03161411</c:v>
                </c:pt>
                <c:pt idx="963">
                  <c:v>0.024153955</c:v>
                </c:pt>
                <c:pt idx="964">
                  <c:v>0.024640255</c:v>
                </c:pt>
                <c:pt idx="965">
                  <c:v>0.024640255</c:v>
                </c:pt>
                <c:pt idx="966">
                  <c:v>0.020363197</c:v>
                </c:pt>
                <c:pt idx="967">
                  <c:v>0.017567165</c:v>
                </c:pt>
                <c:pt idx="968">
                  <c:v>0.014606476</c:v>
                </c:pt>
                <c:pt idx="969">
                  <c:v>0.014606476</c:v>
                </c:pt>
                <c:pt idx="970">
                  <c:v>0.01545036</c:v>
                </c:pt>
                <c:pt idx="971">
                  <c:v>0.020694999</c:v>
                </c:pt>
                <c:pt idx="972">
                  <c:v>0.020694999</c:v>
                </c:pt>
                <c:pt idx="973">
                  <c:v>0.019397832</c:v>
                </c:pt>
                <c:pt idx="974">
                  <c:v>0.0017155256</c:v>
                </c:pt>
                <c:pt idx="975">
                  <c:v>0.0017155256</c:v>
                </c:pt>
                <c:pt idx="976">
                  <c:v>0.0013072288</c:v>
                </c:pt>
                <c:pt idx="977">
                  <c:v>0.0016439726</c:v>
                </c:pt>
                <c:pt idx="978">
                  <c:v>0.0016439726</c:v>
                </c:pt>
                <c:pt idx="979">
                  <c:v>0.0025470993</c:v>
                </c:pt>
                <c:pt idx="980">
                  <c:v>0.0032157234</c:v>
                </c:pt>
                <c:pt idx="981">
                  <c:v>0.0034611584</c:v>
                </c:pt>
                <c:pt idx="982">
                  <c:v>0.0034611584</c:v>
                </c:pt>
                <c:pt idx="983">
                  <c:v>0.0031605824</c:v>
                </c:pt>
                <c:pt idx="984">
                  <c:v>0.0036049455</c:v>
                </c:pt>
                <c:pt idx="985">
                  <c:v>0.0046795635</c:v>
                </c:pt>
                <c:pt idx="986">
                  <c:v>0.0046795635</c:v>
                </c:pt>
                <c:pt idx="987">
                  <c:v>0.0053108423</c:v>
                </c:pt>
                <c:pt idx="988">
                  <c:v>0.0045259777</c:v>
                </c:pt>
                <c:pt idx="989">
                  <c:v>0.0045259777</c:v>
                </c:pt>
                <c:pt idx="990">
                  <c:v>0.0034427033</c:v>
                </c:pt>
                <c:pt idx="991">
                  <c:v>0.0034427033</c:v>
                </c:pt>
                <c:pt idx="992">
                  <c:v>0.002910489</c:v>
                </c:pt>
                <c:pt idx="993">
                  <c:v>0.0037212404</c:v>
                </c:pt>
                <c:pt idx="994">
                  <c:v>0.0044020303</c:v>
                </c:pt>
                <c:pt idx="995">
                  <c:v>0.0044020303</c:v>
                </c:pt>
                <c:pt idx="996">
                  <c:v>0.0056154276</c:v>
                </c:pt>
                <c:pt idx="997">
                  <c:v>0.020689309</c:v>
                </c:pt>
                <c:pt idx="998">
                  <c:v>0.019474488</c:v>
                </c:pt>
                <c:pt idx="999">
                  <c:v>0.03202833</c:v>
                </c:pt>
                <c:pt idx="1000">
                  <c:v>0.03202833</c:v>
                </c:pt>
                <c:pt idx="1001">
                  <c:v>0.045050584</c:v>
                </c:pt>
                <c:pt idx="1002">
                  <c:v>0.034484662</c:v>
                </c:pt>
                <c:pt idx="1003">
                  <c:v>0.029181007</c:v>
                </c:pt>
                <c:pt idx="1004">
                  <c:v>0.029181007</c:v>
                </c:pt>
                <c:pt idx="1005">
                  <c:v>0.031137886</c:v>
                </c:pt>
                <c:pt idx="1006">
                  <c:v>0.05070349</c:v>
                </c:pt>
                <c:pt idx="1007">
                  <c:v>0.041068774</c:v>
                </c:pt>
                <c:pt idx="1008">
                  <c:v>0.023956083</c:v>
                </c:pt>
                <c:pt idx="1009">
                  <c:v>0.023956083</c:v>
                </c:pt>
                <c:pt idx="1010">
                  <c:v>0.025001233</c:v>
                </c:pt>
                <c:pt idx="1011">
                  <c:v>0.023505263</c:v>
                </c:pt>
                <c:pt idx="1012">
                  <c:v>0.024027769</c:v>
                </c:pt>
                <c:pt idx="1013">
                  <c:v>0.024027769</c:v>
                </c:pt>
                <c:pt idx="1014">
                  <c:v>0.019670933</c:v>
                </c:pt>
                <c:pt idx="1015">
                  <c:v>0.01882488</c:v>
                </c:pt>
                <c:pt idx="1016">
                  <c:v>0.01990939</c:v>
                </c:pt>
                <c:pt idx="1017">
                  <c:v>0.022834104</c:v>
                </c:pt>
                <c:pt idx="1018">
                  <c:v>0.023905521</c:v>
                </c:pt>
                <c:pt idx="1019">
                  <c:v>0.020295665</c:v>
                </c:pt>
                <c:pt idx="1020">
                  <c:v>0.019237641</c:v>
                </c:pt>
                <c:pt idx="1021">
                  <c:v>0.017977409</c:v>
                </c:pt>
                <c:pt idx="1022">
                  <c:v>0.017977409</c:v>
                </c:pt>
                <c:pt idx="1023">
                  <c:v>0.020763556</c:v>
                </c:pt>
                <c:pt idx="1024">
                  <c:v>0.020978916</c:v>
                </c:pt>
                <c:pt idx="1025">
                  <c:v>0.021089766</c:v>
                </c:pt>
                <c:pt idx="1026">
                  <c:v>0.021089766</c:v>
                </c:pt>
                <c:pt idx="1027">
                  <c:v>0.016386177</c:v>
                </c:pt>
                <c:pt idx="1028">
                  <c:v>0.015070616</c:v>
                </c:pt>
                <c:pt idx="1029">
                  <c:v>0.015463158</c:v>
                </c:pt>
                <c:pt idx="1030">
                  <c:v>0.015463158</c:v>
                </c:pt>
                <c:pt idx="1031">
                  <c:v>0.017896965</c:v>
                </c:pt>
                <c:pt idx="1032">
                  <c:v>0.020854501</c:v>
                </c:pt>
                <c:pt idx="1033">
                  <c:v>0.027568713</c:v>
                </c:pt>
                <c:pt idx="1034">
                  <c:v>0.027568713</c:v>
                </c:pt>
                <c:pt idx="1035">
                  <c:v>0.032766636</c:v>
                </c:pt>
                <c:pt idx="1036">
                  <c:v>0.032098074</c:v>
                </c:pt>
                <c:pt idx="1037">
                  <c:v>0.037934586</c:v>
                </c:pt>
                <c:pt idx="1038">
                  <c:v>0.037934586</c:v>
                </c:pt>
                <c:pt idx="1039">
                  <c:v>0.04125244</c:v>
                </c:pt>
                <c:pt idx="1040">
                  <c:v>0.03903649</c:v>
                </c:pt>
                <c:pt idx="1041">
                  <c:v>0.029394504</c:v>
                </c:pt>
                <c:pt idx="1042">
                  <c:v>0.031144572</c:v>
                </c:pt>
                <c:pt idx="1043">
                  <c:v>0.031144572</c:v>
                </c:pt>
                <c:pt idx="1044">
                  <c:v>0.03110888</c:v>
                </c:pt>
                <c:pt idx="1045">
                  <c:v>0.025981033</c:v>
                </c:pt>
                <c:pt idx="1046">
                  <c:v>0.025182538</c:v>
                </c:pt>
                <c:pt idx="1047">
                  <c:v>0.025182538</c:v>
                </c:pt>
                <c:pt idx="1048">
                  <c:v>0.019188939</c:v>
                </c:pt>
                <c:pt idx="1049">
                  <c:v>0.01613884</c:v>
                </c:pt>
                <c:pt idx="1050">
                  <c:v>0.018784337</c:v>
                </c:pt>
                <c:pt idx="1051">
                  <c:v>0.018784337</c:v>
                </c:pt>
                <c:pt idx="1052">
                  <c:v>0.017745944</c:v>
                </c:pt>
                <c:pt idx="1053">
                  <c:v>0.0010786317</c:v>
                </c:pt>
                <c:pt idx="1054">
                  <c:v>0.0019685412</c:v>
                </c:pt>
                <c:pt idx="1055">
                  <c:v>0.0016408481</c:v>
                </c:pt>
                <c:pt idx="1056">
                  <c:v>0.0013159749</c:v>
                </c:pt>
                <c:pt idx="1057">
                  <c:v>0.002213311</c:v>
                </c:pt>
                <c:pt idx="1058">
                  <c:v>0.0023030215</c:v>
                </c:pt>
                <c:pt idx="1059">
                  <c:v>0.0026599325</c:v>
                </c:pt>
                <c:pt idx="1060">
                  <c:v>0.0026599325</c:v>
                </c:pt>
                <c:pt idx="1061">
                  <c:v>0.0027813867</c:v>
                </c:pt>
                <c:pt idx="1062">
                  <c:v>0.0039530504</c:v>
                </c:pt>
                <c:pt idx="1063">
                  <c:v>0.0048098336</c:v>
                </c:pt>
                <c:pt idx="1064">
                  <c:v>0.0048098336</c:v>
                </c:pt>
                <c:pt idx="1065">
                  <c:v>0.0027803415</c:v>
                </c:pt>
                <c:pt idx="1066">
                  <c:v>0.0027803415</c:v>
                </c:pt>
                <c:pt idx="1067">
                  <c:v>0.0031434</c:v>
                </c:pt>
                <c:pt idx="1068">
                  <c:v>0.0038375356</c:v>
                </c:pt>
                <c:pt idx="1069">
                  <c:v>0.01504053</c:v>
                </c:pt>
                <c:pt idx="1070">
                  <c:v>0.01504053</c:v>
                </c:pt>
                <c:pt idx="1071">
                  <c:v>0.022308365</c:v>
                </c:pt>
                <c:pt idx="1072">
                  <c:v>0.02766255</c:v>
                </c:pt>
                <c:pt idx="1073">
                  <c:v>0.043563988</c:v>
                </c:pt>
                <c:pt idx="1074">
                  <c:v>0.043563988</c:v>
                </c:pt>
                <c:pt idx="1075">
                  <c:v>0.05347007</c:v>
                </c:pt>
                <c:pt idx="1076">
                  <c:v>0.039258815</c:v>
                </c:pt>
                <c:pt idx="1077">
                  <c:v>0.025921784</c:v>
                </c:pt>
                <c:pt idx="1078">
                  <c:v>0.025921784</c:v>
                </c:pt>
                <c:pt idx="1079">
                  <c:v>0.05023599</c:v>
                </c:pt>
                <c:pt idx="1080">
                  <c:v>0.027937513</c:v>
                </c:pt>
                <c:pt idx="1081">
                  <c:v>0.027937513</c:v>
                </c:pt>
                <c:pt idx="1082">
                  <c:v>0.022647157</c:v>
                </c:pt>
                <c:pt idx="1083">
                  <c:v>0.020183178</c:v>
                </c:pt>
                <c:pt idx="1084">
                  <c:v>0.019920401</c:v>
                </c:pt>
                <c:pt idx="1085">
                  <c:v>0.019920401</c:v>
                </c:pt>
                <c:pt idx="1086">
                  <c:v>0.018501906</c:v>
                </c:pt>
                <c:pt idx="1087">
                  <c:v>0.01665278</c:v>
                </c:pt>
                <c:pt idx="1088">
                  <c:v>0.016157582</c:v>
                </c:pt>
                <c:pt idx="1089">
                  <c:v>0.017737731</c:v>
                </c:pt>
                <c:pt idx="1090">
                  <c:v>0.020501047</c:v>
                </c:pt>
                <c:pt idx="1091">
                  <c:v>0.018989254</c:v>
                </c:pt>
                <c:pt idx="1092">
                  <c:v>0.01761508</c:v>
                </c:pt>
                <c:pt idx="1093">
                  <c:v>0.017630279</c:v>
                </c:pt>
                <c:pt idx="1094">
                  <c:v>0.017630279</c:v>
                </c:pt>
                <c:pt idx="1095">
                  <c:v>0.017646879</c:v>
                </c:pt>
                <c:pt idx="1096">
                  <c:v>0.01834055</c:v>
                </c:pt>
                <c:pt idx="1097">
                  <c:v>0.018022025</c:v>
                </c:pt>
                <c:pt idx="1098">
                  <c:v>0.018022025</c:v>
                </c:pt>
                <c:pt idx="1099">
                  <c:v>0.016642578</c:v>
                </c:pt>
                <c:pt idx="1100">
                  <c:v>0.015649617</c:v>
                </c:pt>
                <c:pt idx="1101">
                  <c:v>0.01585126</c:v>
                </c:pt>
                <c:pt idx="1102">
                  <c:v>0.020592108</c:v>
                </c:pt>
                <c:pt idx="1103">
                  <c:v>0.027770633</c:v>
                </c:pt>
                <c:pt idx="1104">
                  <c:v>0.027770633</c:v>
                </c:pt>
                <c:pt idx="1105">
                  <c:v>0.03189225</c:v>
                </c:pt>
                <c:pt idx="1106">
                  <c:v>0.032415494</c:v>
                </c:pt>
                <c:pt idx="1107">
                  <c:v>0.027133718</c:v>
                </c:pt>
                <c:pt idx="1108">
                  <c:v>0.040018596</c:v>
                </c:pt>
                <c:pt idx="1109">
                  <c:v>0.040018596</c:v>
                </c:pt>
                <c:pt idx="1110">
                  <c:v>0.044152223</c:v>
                </c:pt>
                <c:pt idx="1111">
                  <c:v>0.03507069</c:v>
                </c:pt>
                <c:pt idx="1112">
                  <c:v>0.029988764</c:v>
                </c:pt>
                <c:pt idx="1113">
                  <c:v>0.029988764</c:v>
                </c:pt>
                <c:pt idx="1114">
                  <c:v>0.024139978</c:v>
                </c:pt>
                <c:pt idx="1115">
                  <c:v>0.023584455</c:v>
                </c:pt>
                <c:pt idx="1116">
                  <c:v>0.026478061</c:v>
                </c:pt>
                <c:pt idx="1117">
                  <c:v>0.026478061</c:v>
                </c:pt>
                <c:pt idx="1118">
                  <c:v>0.017859668</c:v>
                </c:pt>
                <c:pt idx="1119">
                  <c:v>0.0075854813</c:v>
                </c:pt>
                <c:pt idx="1120">
                  <c:v>0.016006548</c:v>
                </c:pt>
                <c:pt idx="1121">
                  <c:v>0.016006548</c:v>
                </c:pt>
                <c:pt idx="1122">
                  <c:v>0.01601487</c:v>
                </c:pt>
                <c:pt idx="1123">
                  <c:v>0.0020506936</c:v>
                </c:pt>
                <c:pt idx="1124">
                  <c:v>0.002679369</c:v>
                </c:pt>
                <c:pt idx="1125">
                  <c:v>0.002679369</c:v>
                </c:pt>
                <c:pt idx="1126">
                  <c:v>0.0025682864</c:v>
                </c:pt>
                <c:pt idx="1127">
                  <c:v>0.0029507563</c:v>
                </c:pt>
                <c:pt idx="1128">
                  <c:v>0.0033247392</c:v>
                </c:pt>
                <c:pt idx="1129">
                  <c:v>0.0033247392</c:v>
                </c:pt>
                <c:pt idx="1130">
                  <c:v>0.004457124</c:v>
                </c:pt>
                <c:pt idx="1131">
                  <c:v>0.0043203887</c:v>
                </c:pt>
                <c:pt idx="1132">
                  <c:v>0.0028471113</c:v>
                </c:pt>
                <c:pt idx="1133">
                  <c:v>0.0028471113</c:v>
                </c:pt>
                <c:pt idx="1134">
                  <c:v>0.0043735267</c:v>
                </c:pt>
                <c:pt idx="1135">
                  <c:v>0.0118962135</c:v>
                </c:pt>
                <c:pt idx="1136">
                  <c:v>0.0118962135</c:v>
                </c:pt>
                <c:pt idx="1137">
                  <c:v>0.0128777735</c:v>
                </c:pt>
                <c:pt idx="1138">
                  <c:v>0.01657692</c:v>
                </c:pt>
                <c:pt idx="1139">
                  <c:v>0.025538033</c:v>
                </c:pt>
                <c:pt idx="1140">
                  <c:v>0.025538033</c:v>
                </c:pt>
                <c:pt idx="1141">
                  <c:v>0.02977236</c:v>
                </c:pt>
                <c:pt idx="1142">
                  <c:v>0.03258804</c:v>
                </c:pt>
                <c:pt idx="1143">
                  <c:v>0.043002963</c:v>
                </c:pt>
                <c:pt idx="1144">
                  <c:v>0.043002963</c:v>
                </c:pt>
                <c:pt idx="1145">
                  <c:v>0.047977425</c:v>
                </c:pt>
                <c:pt idx="1146">
                  <c:v>0.05479327</c:v>
                </c:pt>
                <c:pt idx="1147">
                  <c:v>0.037509754</c:v>
                </c:pt>
                <c:pt idx="1148">
                  <c:v>0.037509754</c:v>
                </c:pt>
                <c:pt idx="1149">
                  <c:v>0.043040574</c:v>
                </c:pt>
                <c:pt idx="1150">
                  <c:v>0.0536237</c:v>
                </c:pt>
                <c:pt idx="1151">
                  <c:v>0.051355433</c:v>
                </c:pt>
                <c:pt idx="1152">
                  <c:v>0.032754693</c:v>
                </c:pt>
                <c:pt idx="1153">
                  <c:v>0.032754693</c:v>
                </c:pt>
                <c:pt idx="1154">
                  <c:v>0.024460003</c:v>
                </c:pt>
                <c:pt idx="1155">
                  <c:v>0.021583658</c:v>
                </c:pt>
                <c:pt idx="1156">
                  <c:v>0.020877004</c:v>
                </c:pt>
                <c:pt idx="1157">
                  <c:v>0.020698022</c:v>
                </c:pt>
                <c:pt idx="1158">
                  <c:v>0.020698022</c:v>
                </c:pt>
                <c:pt idx="1159">
                  <c:v>0.0189449</c:v>
                </c:pt>
                <c:pt idx="1160">
                  <c:v>0.017105494</c:v>
                </c:pt>
                <c:pt idx="1161">
                  <c:v>0.015806237</c:v>
                </c:pt>
                <c:pt idx="1162">
                  <c:v>0.017737731</c:v>
                </c:pt>
                <c:pt idx="1163">
                  <c:v>0.019508656</c:v>
                </c:pt>
                <c:pt idx="1164">
                  <c:v>0.01687523</c:v>
                </c:pt>
                <c:pt idx="1165">
                  <c:v>0.018056598</c:v>
                </c:pt>
                <c:pt idx="1166">
                  <c:v>0.018056598</c:v>
                </c:pt>
                <c:pt idx="1167">
                  <c:v>0.015013797</c:v>
                </c:pt>
                <c:pt idx="1168">
                  <c:v>0.01710283</c:v>
                </c:pt>
                <c:pt idx="1169">
                  <c:v>0.019096136</c:v>
                </c:pt>
                <c:pt idx="1170">
                  <c:v>0.019096136</c:v>
                </c:pt>
                <c:pt idx="1171">
                  <c:v>0.0149539085</c:v>
                </c:pt>
                <c:pt idx="1172">
                  <c:v>0.016209887</c:v>
                </c:pt>
                <c:pt idx="1173">
                  <c:v>0.014266111</c:v>
                </c:pt>
                <c:pt idx="1174">
                  <c:v>0.014266111</c:v>
                </c:pt>
                <c:pt idx="1175">
                  <c:v>0.0140688745</c:v>
                </c:pt>
                <c:pt idx="1176">
                  <c:v>0.017782759</c:v>
                </c:pt>
                <c:pt idx="1177">
                  <c:v>0.023924656</c:v>
                </c:pt>
                <c:pt idx="1178">
                  <c:v>0.02873743</c:v>
                </c:pt>
                <c:pt idx="1179">
                  <c:v>0.02873743</c:v>
                </c:pt>
                <c:pt idx="1180">
                  <c:v>0.031370513</c:v>
                </c:pt>
                <c:pt idx="1181">
                  <c:v>0.030864587</c:v>
                </c:pt>
                <c:pt idx="1182">
                  <c:v>0.034627467</c:v>
                </c:pt>
                <c:pt idx="1183">
                  <c:v>0.034627467</c:v>
                </c:pt>
                <c:pt idx="1184">
                  <c:v>0.03879054</c:v>
                </c:pt>
                <c:pt idx="1185">
                  <c:v>0.029236794</c:v>
                </c:pt>
                <c:pt idx="1186">
                  <c:v>0.031428706</c:v>
                </c:pt>
                <c:pt idx="1187">
                  <c:v>0.031428706</c:v>
                </c:pt>
                <c:pt idx="1188">
                  <c:v>0.022697818</c:v>
                </c:pt>
                <c:pt idx="1189">
                  <c:v>0.019116692</c:v>
                </c:pt>
                <c:pt idx="1190">
                  <c:v>0.019941973</c:v>
                </c:pt>
                <c:pt idx="1191">
                  <c:v>0.019941973</c:v>
                </c:pt>
                <c:pt idx="1192">
                  <c:v>0.01583583</c:v>
                </c:pt>
                <c:pt idx="1193">
                  <c:v>0.0020736598</c:v>
                </c:pt>
                <c:pt idx="1194">
                  <c:v>0.0014899643</c:v>
                </c:pt>
                <c:pt idx="1195">
                  <c:v>0.001524951</c:v>
                </c:pt>
                <c:pt idx="1196">
                  <c:v>0.0018419505</c:v>
                </c:pt>
                <c:pt idx="1197">
                  <c:v>0.002383151</c:v>
                </c:pt>
                <c:pt idx="1198">
                  <c:v>0.002383151</c:v>
                </c:pt>
                <c:pt idx="1199">
                  <c:v>0.0023461052</c:v>
                </c:pt>
                <c:pt idx="1200">
                  <c:v>0.0026850866</c:v>
                </c:pt>
                <c:pt idx="1201">
                  <c:v>0.0040880376</c:v>
                </c:pt>
                <c:pt idx="1202">
                  <c:v>0.0032093078</c:v>
                </c:pt>
                <c:pt idx="1203">
                  <c:v>0.0032093078</c:v>
                </c:pt>
                <c:pt idx="1204">
                  <c:v>0.018021367</c:v>
                </c:pt>
                <c:pt idx="1205">
                  <c:v>0.018021367</c:v>
                </c:pt>
                <c:pt idx="1206">
                  <c:v>0.021440193</c:v>
                </c:pt>
                <c:pt idx="1207">
                  <c:v>0.021850288</c:v>
                </c:pt>
                <c:pt idx="1208">
                  <c:v>0.022506926</c:v>
                </c:pt>
                <c:pt idx="1209">
                  <c:v>0.022506926</c:v>
                </c:pt>
                <c:pt idx="1210">
                  <c:v>0.02253606</c:v>
                </c:pt>
                <c:pt idx="1211">
                  <c:v>0.026101984</c:v>
                </c:pt>
                <c:pt idx="1212">
                  <c:v>0.036102597</c:v>
                </c:pt>
                <c:pt idx="1213">
                  <c:v>0.036102597</c:v>
                </c:pt>
                <c:pt idx="1214">
                  <c:v>0.04280772</c:v>
                </c:pt>
                <c:pt idx="1215">
                  <c:v>0.037726276</c:v>
                </c:pt>
                <c:pt idx="1216">
                  <c:v>0.049655963</c:v>
                </c:pt>
                <c:pt idx="1217">
                  <c:v>0.049655963</c:v>
                </c:pt>
                <c:pt idx="1218">
                  <c:v>0.047983818</c:v>
                </c:pt>
                <c:pt idx="1219">
                  <c:v>0.051664162</c:v>
                </c:pt>
                <c:pt idx="1220">
                  <c:v>0.03769031</c:v>
                </c:pt>
                <c:pt idx="1221">
                  <c:v>0.028147137</c:v>
                </c:pt>
                <c:pt idx="1222">
                  <c:v>0.028147137</c:v>
                </c:pt>
                <c:pt idx="1223">
                  <c:v>0.02756123</c:v>
                </c:pt>
                <c:pt idx="1224">
                  <c:v>0.02309088</c:v>
                </c:pt>
                <c:pt idx="1225">
                  <c:v>0.022478059</c:v>
                </c:pt>
                <c:pt idx="1226">
                  <c:v>0.022478059</c:v>
                </c:pt>
                <c:pt idx="1227">
                  <c:v>0.021789905</c:v>
                </c:pt>
                <c:pt idx="1228">
                  <c:v>0.020368256</c:v>
                </c:pt>
                <c:pt idx="1229">
                  <c:v>0.0152414935</c:v>
                </c:pt>
                <c:pt idx="1230">
                  <c:v>0.0152414935</c:v>
                </c:pt>
                <c:pt idx="1231">
                  <c:v>0.01709421</c:v>
                </c:pt>
                <c:pt idx="1232">
                  <c:v>0.0142856045</c:v>
                </c:pt>
                <c:pt idx="1233">
                  <c:v>0.01415869</c:v>
                </c:pt>
                <c:pt idx="1234">
                  <c:v>0.01415869</c:v>
                </c:pt>
                <c:pt idx="1235">
                  <c:v>0.014965897</c:v>
                </c:pt>
                <c:pt idx="1236">
                  <c:v>0.016411941</c:v>
                </c:pt>
                <c:pt idx="1237">
                  <c:v>0.018286955</c:v>
                </c:pt>
                <c:pt idx="1238">
                  <c:v>0.018286955</c:v>
                </c:pt>
                <c:pt idx="1239">
                  <c:v>0.016012019</c:v>
                </c:pt>
                <c:pt idx="1240">
                  <c:v>0.015083354</c:v>
                </c:pt>
                <c:pt idx="1241">
                  <c:v>0.015083354</c:v>
                </c:pt>
                <c:pt idx="1242">
                  <c:v>0.014457684</c:v>
                </c:pt>
                <c:pt idx="1243">
                  <c:v>0.018534347</c:v>
                </c:pt>
                <c:pt idx="1244">
                  <c:v>0.025140598</c:v>
                </c:pt>
                <c:pt idx="1245">
                  <c:v>0.025140598</c:v>
                </c:pt>
                <c:pt idx="1246">
                  <c:v>0.030304948</c:v>
                </c:pt>
                <c:pt idx="1247">
                  <c:v>0.026089838</c:v>
                </c:pt>
                <c:pt idx="1248">
                  <c:v>0.030768616</c:v>
                </c:pt>
                <c:pt idx="1249">
                  <c:v>0.030768616</c:v>
                </c:pt>
                <c:pt idx="1250">
                  <c:v>0.03037483</c:v>
                </c:pt>
                <c:pt idx="1251">
                  <c:v>0.03398995</c:v>
                </c:pt>
                <c:pt idx="1252">
                  <c:v>0.033008903</c:v>
                </c:pt>
                <c:pt idx="1253">
                  <c:v>0.033008903</c:v>
                </c:pt>
                <c:pt idx="1254">
                  <c:v>0.025817066</c:v>
                </c:pt>
                <c:pt idx="1255">
                  <c:v>0.01815369</c:v>
                </c:pt>
                <c:pt idx="1256">
                  <c:v>0.01749178</c:v>
                </c:pt>
                <c:pt idx="1257">
                  <c:v>0.01749178</c:v>
                </c:pt>
                <c:pt idx="1258">
                  <c:v>0.0008108872</c:v>
                </c:pt>
                <c:pt idx="1259">
                  <c:v>0.0018692724</c:v>
                </c:pt>
                <c:pt idx="1260">
                  <c:v>0.0016524015</c:v>
                </c:pt>
                <c:pt idx="1261">
                  <c:v>0.0016524015</c:v>
                </c:pt>
                <c:pt idx="1262">
                  <c:v>0.0022715512</c:v>
                </c:pt>
                <c:pt idx="1263">
                  <c:v>0.0024033801</c:v>
                </c:pt>
                <c:pt idx="1264">
                  <c:v>0.0024033801</c:v>
                </c:pt>
                <c:pt idx="1265">
                  <c:v>0.0025826292</c:v>
                </c:pt>
                <c:pt idx="1266">
                  <c:v>0.0029662095</c:v>
                </c:pt>
                <c:pt idx="1267">
                  <c:v>0.0034160283</c:v>
                </c:pt>
                <c:pt idx="1268">
                  <c:v>0.0034059503</c:v>
                </c:pt>
                <c:pt idx="1269">
                  <c:v>0.0034059503</c:v>
                </c:pt>
                <c:pt idx="1270">
                  <c:v>0.012897988</c:v>
                </c:pt>
                <c:pt idx="1271">
                  <c:v>0.019767229</c:v>
                </c:pt>
                <c:pt idx="1272">
                  <c:v>0.019767229</c:v>
                </c:pt>
                <c:pt idx="1273">
                  <c:v>0.020731691</c:v>
                </c:pt>
                <c:pt idx="1274">
                  <c:v>0.018899102</c:v>
                </c:pt>
                <c:pt idx="1275">
                  <c:v>0.017306278</c:v>
                </c:pt>
                <c:pt idx="1276">
                  <c:v>0.017306278</c:v>
                </c:pt>
                <c:pt idx="1277">
                  <c:v>0.021877784</c:v>
                </c:pt>
                <c:pt idx="1278">
                  <c:v>0.024122642</c:v>
                </c:pt>
                <c:pt idx="1279">
                  <c:v>0.027121136</c:v>
                </c:pt>
                <c:pt idx="1280">
                  <c:v>0.027121136</c:v>
                </c:pt>
                <c:pt idx="1281">
                  <c:v>0.03242221</c:v>
                </c:pt>
                <c:pt idx="1282">
                  <c:v>0.033988394</c:v>
                </c:pt>
                <c:pt idx="1283">
                  <c:v>0.044669133</c:v>
                </c:pt>
                <c:pt idx="1284">
                  <c:v>0.05184818</c:v>
                </c:pt>
                <c:pt idx="1285">
                  <c:v>0.05184818</c:v>
                </c:pt>
                <c:pt idx="1286">
                  <c:v>0.042044282</c:v>
                </c:pt>
                <c:pt idx="1287">
                  <c:v>0.042044282</c:v>
                </c:pt>
                <c:pt idx="1288">
                  <c:v>0.04242399</c:v>
                </c:pt>
                <c:pt idx="1289">
                  <c:v>0.04214739</c:v>
                </c:pt>
                <c:pt idx="1290">
                  <c:v>0.029844789</c:v>
                </c:pt>
                <c:pt idx="1291">
                  <c:v>0.029844789</c:v>
                </c:pt>
                <c:pt idx="1292">
                  <c:v>0.03350584</c:v>
                </c:pt>
                <c:pt idx="1293">
                  <c:v>0.022491157</c:v>
                </c:pt>
                <c:pt idx="1294">
                  <c:v>0.023955911</c:v>
                </c:pt>
                <c:pt idx="1295">
                  <c:v>0.023955911</c:v>
                </c:pt>
                <c:pt idx="1296">
                  <c:v>0.024622217</c:v>
                </c:pt>
                <c:pt idx="1297">
                  <c:v>0.023115434</c:v>
                </c:pt>
                <c:pt idx="1298">
                  <c:v>0.019684216</c:v>
                </c:pt>
                <c:pt idx="1299">
                  <c:v>0.019684216</c:v>
                </c:pt>
                <c:pt idx="1300">
                  <c:v>0.01683665</c:v>
                </c:pt>
                <c:pt idx="1301">
                  <c:v>0.014808067</c:v>
                </c:pt>
                <c:pt idx="1302">
                  <c:v>0.014671297</c:v>
                </c:pt>
                <c:pt idx="1303">
                  <c:v>0.014671297</c:v>
                </c:pt>
                <c:pt idx="1304">
                  <c:v>0.01433897</c:v>
                </c:pt>
                <c:pt idx="1305">
                  <c:v>0.0157847</c:v>
                </c:pt>
                <c:pt idx="1306">
                  <c:v>0.014349332</c:v>
                </c:pt>
                <c:pt idx="1307">
                  <c:v>0.016385792</c:v>
                </c:pt>
                <c:pt idx="1308">
                  <c:v>0.020716932</c:v>
                </c:pt>
                <c:pt idx="1309">
                  <c:v>0.020716932</c:v>
                </c:pt>
                <c:pt idx="1310">
                  <c:v>0.028328858</c:v>
                </c:pt>
                <c:pt idx="1311">
                  <c:v>0.02883325</c:v>
                </c:pt>
                <c:pt idx="1312">
                  <c:v>0.030393342</c:v>
                </c:pt>
                <c:pt idx="1313">
                  <c:v>0.030393342</c:v>
                </c:pt>
                <c:pt idx="1314">
                  <c:v>0.031847186</c:v>
                </c:pt>
                <c:pt idx="1315">
                  <c:v>0.026216434</c:v>
                </c:pt>
                <c:pt idx="1316">
                  <c:v>0.026082715</c:v>
                </c:pt>
                <c:pt idx="1317">
                  <c:v>0.026082715</c:v>
                </c:pt>
                <c:pt idx="1318">
                  <c:v>0.023081655</c:v>
                </c:pt>
                <c:pt idx="1319">
                  <c:v>0.017107446</c:v>
                </c:pt>
                <c:pt idx="1320">
                  <c:v>0.015521369</c:v>
                </c:pt>
                <c:pt idx="1321">
                  <c:v>0.001891213</c:v>
                </c:pt>
                <c:pt idx="1322">
                  <c:v>0.002383626</c:v>
                </c:pt>
                <c:pt idx="1323">
                  <c:v>0.0036258558</c:v>
                </c:pt>
                <c:pt idx="1324">
                  <c:v>0.0036258558</c:v>
                </c:pt>
                <c:pt idx="1325">
                  <c:v>0.0038633645</c:v>
                </c:pt>
                <c:pt idx="1326">
                  <c:v>0.004273761</c:v>
                </c:pt>
                <c:pt idx="1327">
                  <c:v>0.0170966</c:v>
                </c:pt>
                <c:pt idx="1328">
                  <c:v>0.020129953</c:v>
                </c:pt>
                <c:pt idx="1329">
                  <c:v>0.020129953</c:v>
                </c:pt>
                <c:pt idx="1330">
                  <c:v>0.016939428</c:v>
                </c:pt>
                <c:pt idx="1331">
                  <c:v>0.016799953</c:v>
                </c:pt>
                <c:pt idx="1332">
                  <c:v>0.02175349</c:v>
                </c:pt>
                <c:pt idx="1333">
                  <c:v>0.02175349</c:v>
                </c:pt>
                <c:pt idx="1334">
                  <c:v>0.0235743</c:v>
                </c:pt>
                <c:pt idx="1335">
                  <c:v>0.031057267</c:v>
                </c:pt>
                <c:pt idx="1336">
                  <c:v>0.037990868</c:v>
                </c:pt>
                <c:pt idx="1337">
                  <c:v>0.037990868</c:v>
                </c:pt>
                <c:pt idx="1338">
                  <c:v>0.03770551</c:v>
                </c:pt>
                <c:pt idx="1339">
                  <c:v>0.042639155</c:v>
                </c:pt>
                <c:pt idx="1340">
                  <c:v>0.047760885</c:v>
                </c:pt>
                <c:pt idx="1341">
                  <c:v>0.047760885</c:v>
                </c:pt>
                <c:pt idx="1342">
                  <c:v>0.0401539</c:v>
                </c:pt>
                <c:pt idx="1343">
                  <c:v>0.0401539</c:v>
                </c:pt>
                <c:pt idx="1344">
                  <c:v>0.03782279</c:v>
                </c:pt>
                <c:pt idx="1345">
                  <c:v>0.043602344</c:v>
                </c:pt>
                <c:pt idx="1346">
                  <c:v>0.03763422</c:v>
                </c:pt>
                <c:pt idx="1347">
                  <c:v>0.03763422</c:v>
                </c:pt>
                <c:pt idx="1348">
                  <c:v>0.031804644</c:v>
                </c:pt>
                <c:pt idx="1349">
                  <c:v>0.026071193</c:v>
                </c:pt>
                <c:pt idx="1350">
                  <c:v>0.0221472</c:v>
                </c:pt>
                <c:pt idx="1351">
                  <c:v>0.0221472</c:v>
                </c:pt>
                <c:pt idx="1352">
                  <c:v>0.024772365</c:v>
                </c:pt>
                <c:pt idx="1353">
                  <c:v>0.019979395</c:v>
                </c:pt>
                <c:pt idx="1354">
                  <c:v>0.018063586</c:v>
                </c:pt>
                <c:pt idx="1355">
                  <c:v>0.018063586</c:v>
                </c:pt>
                <c:pt idx="1356">
                  <c:v>0.01724501</c:v>
                </c:pt>
                <c:pt idx="1357">
                  <c:v>0.015737014</c:v>
                </c:pt>
                <c:pt idx="1358">
                  <c:v>0.013899657</c:v>
                </c:pt>
                <c:pt idx="1359">
                  <c:v>0.013899657</c:v>
                </c:pt>
                <c:pt idx="1360">
                  <c:v>0.014960827</c:v>
                </c:pt>
                <c:pt idx="1361">
                  <c:v>0.015352888</c:v>
                </c:pt>
                <c:pt idx="1362">
                  <c:v>0.019367903</c:v>
                </c:pt>
                <c:pt idx="1363">
                  <c:v>0.019367903</c:v>
                </c:pt>
                <c:pt idx="1364">
                  <c:v>0.024116516</c:v>
                </c:pt>
                <c:pt idx="1365">
                  <c:v>0.02711799</c:v>
                </c:pt>
                <c:pt idx="1366">
                  <c:v>0.0255771</c:v>
                </c:pt>
                <c:pt idx="1367">
                  <c:v>0.0255771</c:v>
                </c:pt>
                <c:pt idx="1368">
                  <c:v>0.026172578</c:v>
                </c:pt>
                <c:pt idx="1369">
                  <c:v>0.025483333</c:v>
                </c:pt>
                <c:pt idx="1370">
                  <c:v>0.02576634</c:v>
                </c:pt>
                <c:pt idx="1371">
                  <c:v>0.02576634</c:v>
                </c:pt>
                <c:pt idx="1372">
                  <c:v>0.023811154</c:v>
                </c:pt>
                <c:pt idx="1373">
                  <c:v>0.016083907</c:v>
                </c:pt>
                <c:pt idx="1374">
                  <c:v>0.014550751</c:v>
                </c:pt>
                <c:pt idx="1375">
                  <c:v>0.0026353733</c:v>
                </c:pt>
                <c:pt idx="1376">
                  <c:v>0.004895348</c:v>
                </c:pt>
                <c:pt idx="1377">
                  <c:v>0.0035409948</c:v>
                </c:pt>
                <c:pt idx="1378">
                  <c:v>0.0042619603</c:v>
                </c:pt>
                <c:pt idx="1379">
                  <c:v>0.01501929</c:v>
                </c:pt>
                <c:pt idx="1380">
                  <c:v>0.01501929</c:v>
                </c:pt>
                <c:pt idx="1381">
                  <c:v>0.015647024</c:v>
                </c:pt>
                <c:pt idx="1382">
                  <c:v>0.01649703</c:v>
                </c:pt>
                <c:pt idx="1383">
                  <c:v>0.019266266</c:v>
                </c:pt>
                <c:pt idx="1384">
                  <c:v>0.019266266</c:v>
                </c:pt>
                <c:pt idx="1385">
                  <c:v>0.019481165</c:v>
                </c:pt>
                <c:pt idx="1386">
                  <c:v>0.028995963</c:v>
                </c:pt>
                <c:pt idx="1387">
                  <c:v>0.035894796</c:v>
                </c:pt>
                <c:pt idx="1388">
                  <c:v>0.035894796</c:v>
                </c:pt>
                <c:pt idx="1389">
                  <c:v>0.038088854</c:v>
                </c:pt>
                <c:pt idx="1390">
                  <c:v>0.044459973</c:v>
                </c:pt>
                <c:pt idx="1391">
                  <c:v>0.04591707</c:v>
                </c:pt>
                <c:pt idx="1392">
                  <c:v>0.04591707</c:v>
                </c:pt>
                <c:pt idx="1393">
                  <c:v>0.039908186</c:v>
                </c:pt>
                <c:pt idx="1394">
                  <c:v>0.039908186</c:v>
                </c:pt>
                <c:pt idx="1395">
                  <c:v>0.03160333</c:v>
                </c:pt>
                <c:pt idx="1396">
                  <c:v>0.03521715</c:v>
                </c:pt>
                <c:pt idx="1397">
                  <c:v>0.03938847</c:v>
                </c:pt>
                <c:pt idx="1398">
                  <c:v>0.03938847</c:v>
                </c:pt>
                <c:pt idx="1399">
                  <c:v>0.03523051</c:v>
                </c:pt>
                <c:pt idx="1400">
                  <c:v>0.028257245</c:v>
                </c:pt>
                <c:pt idx="1401">
                  <c:v>0.021718863</c:v>
                </c:pt>
                <c:pt idx="1402">
                  <c:v>0.021718863</c:v>
                </c:pt>
                <c:pt idx="1403">
                  <c:v>0.022597825</c:v>
                </c:pt>
                <c:pt idx="1404">
                  <c:v>0.018941801</c:v>
                </c:pt>
                <c:pt idx="1405">
                  <c:v>0.017922131</c:v>
                </c:pt>
                <c:pt idx="1406">
                  <c:v>0.017922131</c:v>
                </c:pt>
                <c:pt idx="1407">
                  <c:v>0.0152590135</c:v>
                </c:pt>
                <c:pt idx="1408">
                  <c:v>0.016045645</c:v>
                </c:pt>
                <c:pt idx="1409">
                  <c:v>0.015535981</c:v>
                </c:pt>
                <c:pt idx="1410">
                  <c:v>0.0196958</c:v>
                </c:pt>
                <c:pt idx="1411">
                  <c:v>0.0196958</c:v>
                </c:pt>
                <c:pt idx="1412">
                  <c:v>0.020521734</c:v>
                </c:pt>
                <c:pt idx="1413">
                  <c:v>0.025000788</c:v>
                </c:pt>
                <c:pt idx="1414">
                  <c:v>0.024846176</c:v>
                </c:pt>
                <c:pt idx="1415">
                  <c:v>0.024846176</c:v>
                </c:pt>
                <c:pt idx="1416">
                  <c:v>0.02507933</c:v>
                </c:pt>
                <c:pt idx="1417">
                  <c:v>0.026037915</c:v>
                </c:pt>
                <c:pt idx="1418">
                  <c:v>0.022673596</c:v>
                </c:pt>
                <c:pt idx="1419">
                  <c:v>0.022133075</c:v>
                </c:pt>
                <c:pt idx="1420">
                  <c:v>0.022133075</c:v>
                </c:pt>
                <c:pt idx="1421">
                  <c:v>0.014864833</c:v>
                </c:pt>
                <c:pt idx="1422">
                  <c:v>0.0017016266</c:v>
                </c:pt>
                <c:pt idx="1423">
                  <c:v>0.002630864</c:v>
                </c:pt>
                <c:pt idx="1424">
                  <c:v>0.0039187027</c:v>
                </c:pt>
                <c:pt idx="1425">
                  <c:v>0.0039187027</c:v>
                </c:pt>
                <c:pt idx="1426">
                  <c:v>0.003394401</c:v>
                </c:pt>
                <c:pt idx="1427">
                  <c:v>0.016313639</c:v>
                </c:pt>
                <c:pt idx="1428">
                  <c:v>0.016313639</c:v>
                </c:pt>
                <c:pt idx="1429">
                  <c:v>0.019296274</c:v>
                </c:pt>
                <c:pt idx="1430">
                  <c:v>0.026374862</c:v>
                </c:pt>
                <c:pt idx="1431">
                  <c:v>0.031635575</c:v>
                </c:pt>
                <c:pt idx="1432">
                  <c:v>0.031635575</c:v>
                </c:pt>
                <c:pt idx="1433">
                  <c:v>0.03464107</c:v>
                </c:pt>
                <c:pt idx="1434">
                  <c:v>0.04087285</c:v>
                </c:pt>
                <c:pt idx="1435">
                  <c:v>0.045464292</c:v>
                </c:pt>
                <c:pt idx="1436">
                  <c:v>0.045464292</c:v>
                </c:pt>
                <c:pt idx="1437">
                  <c:v>0.052248724</c:v>
                </c:pt>
                <c:pt idx="1438">
                  <c:v>0.037177637</c:v>
                </c:pt>
                <c:pt idx="1439">
                  <c:v>0.037177637</c:v>
                </c:pt>
                <c:pt idx="1440">
                  <c:v>0.027877733</c:v>
                </c:pt>
                <c:pt idx="1441">
                  <c:v>0.026680108</c:v>
                </c:pt>
                <c:pt idx="1442">
                  <c:v>0.03233365</c:v>
                </c:pt>
                <c:pt idx="1443">
                  <c:v>0.03233365</c:v>
                </c:pt>
                <c:pt idx="1444">
                  <c:v>0.03481692</c:v>
                </c:pt>
                <c:pt idx="1445">
                  <c:v>0.027293822</c:v>
                </c:pt>
                <c:pt idx="1446">
                  <c:v>0.018695325</c:v>
                </c:pt>
                <c:pt idx="1447">
                  <c:v>0.018695325</c:v>
                </c:pt>
                <c:pt idx="1448">
                  <c:v>0.018080626</c:v>
                </c:pt>
                <c:pt idx="1449">
                  <c:v>0.019684836</c:v>
                </c:pt>
                <c:pt idx="1450">
                  <c:v>0.020117758</c:v>
                </c:pt>
                <c:pt idx="1451">
                  <c:v>0.020117758</c:v>
                </c:pt>
                <c:pt idx="1452">
                  <c:v>0.0134669375</c:v>
                </c:pt>
                <c:pt idx="1453">
                  <c:v>0.014165699</c:v>
                </c:pt>
                <c:pt idx="1454">
                  <c:v>0.016532253</c:v>
                </c:pt>
                <c:pt idx="1455">
                  <c:v>0.018458977</c:v>
                </c:pt>
                <c:pt idx="1456">
                  <c:v>0.018458977</c:v>
                </c:pt>
                <c:pt idx="1457">
                  <c:v>0.01754608</c:v>
                </c:pt>
                <c:pt idx="1458">
                  <c:v>0.016341235</c:v>
                </c:pt>
                <c:pt idx="1459">
                  <c:v>0.01865225</c:v>
                </c:pt>
                <c:pt idx="1460">
                  <c:v>0.027730443</c:v>
                </c:pt>
                <c:pt idx="1461">
                  <c:v>0.027730443</c:v>
                </c:pt>
                <c:pt idx="1462">
                  <c:v>0.023931855</c:v>
                </c:pt>
                <c:pt idx="1463">
                  <c:v>0.016314365</c:v>
                </c:pt>
                <c:pt idx="1464">
                  <c:v>0.016868439</c:v>
                </c:pt>
                <c:pt idx="1465">
                  <c:v>0.016868439</c:v>
                </c:pt>
                <c:pt idx="1466">
                  <c:v>0.0011517229</c:v>
                </c:pt>
                <c:pt idx="1467">
                  <c:v>0.0011517229</c:v>
                </c:pt>
                <c:pt idx="1468">
                  <c:v>0.0015900026</c:v>
                </c:pt>
                <c:pt idx="1469">
                  <c:v>0.00224985</c:v>
                </c:pt>
                <c:pt idx="1470">
                  <c:v>0.0026873308</c:v>
                </c:pt>
                <c:pt idx="1471">
                  <c:v>0.0026873308</c:v>
                </c:pt>
                <c:pt idx="1472">
                  <c:v>0.012042064</c:v>
                </c:pt>
                <c:pt idx="1473">
                  <c:v>0.016577495</c:v>
                </c:pt>
                <c:pt idx="1474">
                  <c:v>0.022291163</c:v>
                </c:pt>
                <c:pt idx="1475">
                  <c:v>0.028047696</c:v>
                </c:pt>
                <c:pt idx="1476">
                  <c:v>0.028047696</c:v>
                </c:pt>
                <c:pt idx="1477">
                  <c:v>0.031423163</c:v>
                </c:pt>
                <c:pt idx="1478">
                  <c:v>0.033823602</c:v>
                </c:pt>
                <c:pt idx="1479">
                  <c:v>0.03778152</c:v>
                </c:pt>
                <c:pt idx="1480">
                  <c:v>0.044335313</c:v>
                </c:pt>
                <c:pt idx="1481">
                  <c:v>0.056278545</c:v>
                </c:pt>
                <c:pt idx="1482">
                  <c:v>0.041270904</c:v>
                </c:pt>
                <c:pt idx="1483">
                  <c:v>0.041270904</c:v>
                </c:pt>
                <c:pt idx="1484">
                  <c:v>0.023040734</c:v>
                </c:pt>
                <c:pt idx="1485">
                  <c:v>0.021142952</c:v>
                </c:pt>
                <c:pt idx="1486">
                  <c:v>0.026136514</c:v>
                </c:pt>
                <c:pt idx="1487">
                  <c:v>0.026136514</c:v>
                </c:pt>
                <c:pt idx="1488">
                  <c:v>0.028598696</c:v>
                </c:pt>
                <c:pt idx="1489">
                  <c:v>0.027168745</c:v>
                </c:pt>
                <c:pt idx="1490">
                  <c:v>0.017741282</c:v>
                </c:pt>
                <c:pt idx="1491">
                  <c:v>0.017741282</c:v>
                </c:pt>
                <c:pt idx="1492">
                  <c:v>0.015232896</c:v>
                </c:pt>
                <c:pt idx="1493">
                  <c:v>0.018173918</c:v>
                </c:pt>
                <c:pt idx="1494">
                  <c:v>0.016213</c:v>
                </c:pt>
                <c:pt idx="1495">
                  <c:v>0.013976692</c:v>
                </c:pt>
                <c:pt idx="1496">
                  <c:v>0.013976692</c:v>
                </c:pt>
                <c:pt idx="1497">
                  <c:v>0.015334154</c:v>
                </c:pt>
                <c:pt idx="1498">
                  <c:v>0.015334154</c:v>
                </c:pt>
                <c:pt idx="1499">
                  <c:v>0.016534545</c:v>
                </c:pt>
                <c:pt idx="1500">
                  <c:v>0.014781792</c:v>
                </c:pt>
                <c:pt idx="1501">
                  <c:v>0.015176447</c:v>
                </c:pt>
                <c:pt idx="1502">
                  <c:v>0.020694323</c:v>
                </c:pt>
                <c:pt idx="1503">
                  <c:v>0.020694323</c:v>
                </c:pt>
                <c:pt idx="1504">
                  <c:v>0.019487161</c:v>
                </c:pt>
                <c:pt idx="1505">
                  <c:v>0.019528162</c:v>
                </c:pt>
                <c:pt idx="1506">
                  <c:v>0.015137873</c:v>
                </c:pt>
                <c:pt idx="1507">
                  <c:v>0.015137873</c:v>
                </c:pt>
                <c:pt idx="1508">
                  <c:v>0.0011940734</c:v>
                </c:pt>
                <c:pt idx="1509">
                  <c:v>0.0018953213</c:v>
                </c:pt>
                <c:pt idx="1510">
                  <c:v>0.0028218955</c:v>
                </c:pt>
                <c:pt idx="1511">
                  <c:v>0.0028218955</c:v>
                </c:pt>
                <c:pt idx="1512">
                  <c:v>0.00407367</c:v>
                </c:pt>
                <c:pt idx="1513">
                  <c:v>0.0040065665</c:v>
                </c:pt>
                <c:pt idx="1514">
                  <c:v>0.0124158785</c:v>
                </c:pt>
                <c:pt idx="1515">
                  <c:v>0.015772736</c:v>
                </c:pt>
                <c:pt idx="1516">
                  <c:v>0.021263368</c:v>
                </c:pt>
                <c:pt idx="1517">
                  <c:v>0.021263368</c:v>
                </c:pt>
                <c:pt idx="1518">
                  <c:v>0.02533026</c:v>
                </c:pt>
                <c:pt idx="1519">
                  <c:v>0.027331699</c:v>
                </c:pt>
                <c:pt idx="1520">
                  <c:v>0.03223419</c:v>
                </c:pt>
                <c:pt idx="1521">
                  <c:v>0.03778152</c:v>
                </c:pt>
                <c:pt idx="1522">
                  <c:v>0.046543002</c:v>
                </c:pt>
                <c:pt idx="1523">
                  <c:v>0.053757187</c:v>
                </c:pt>
                <c:pt idx="1524">
                  <c:v>0.037945032</c:v>
                </c:pt>
                <c:pt idx="1525">
                  <c:v>0.037945032</c:v>
                </c:pt>
                <c:pt idx="1526">
                  <c:v>0.020836491</c:v>
                </c:pt>
                <c:pt idx="1527">
                  <c:v>0.019954838</c:v>
                </c:pt>
                <c:pt idx="1528">
                  <c:v>0.024581764</c:v>
                </c:pt>
                <c:pt idx="1529">
                  <c:v>0.024581764</c:v>
                </c:pt>
                <c:pt idx="1530">
                  <c:v>0.024970956</c:v>
                </c:pt>
                <c:pt idx="1531">
                  <c:v>0.027250284</c:v>
                </c:pt>
                <c:pt idx="1532">
                  <c:v>0.021854296</c:v>
                </c:pt>
                <c:pt idx="1533">
                  <c:v>0.015611684</c:v>
                </c:pt>
                <c:pt idx="1534">
                  <c:v>0.015611684</c:v>
                </c:pt>
                <c:pt idx="1535">
                  <c:v>0.015182556</c:v>
                </c:pt>
                <c:pt idx="1536">
                  <c:v>0.014494871</c:v>
                </c:pt>
                <c:pt idx="1537">
                  <c:v>0.015076209</c:v>
                </c:pt>
                <c:pt idx="1538">
                  <c:v>0.015076209</c:v>
                </c:pt>
                <c:pt idx="1539">
                  <c:v>0.015126576</c:v>
                </c:pt>
                <c:pt idx="1540">
                  <c:v>0.016846474</c:v>
                </c:pt>
                <c:pt idx="1541">
                  <c:v>0.015649335</c:v>
                </c:pt>
                <c:pt idx="1542">
                  <c:v>0.015649335</c:v>
                </c:pt>
                <c:pt idx="1543">
                  <c:v>0.0037437999</c:v>
                </c:pt>
                <c:pt idx="1544">
                  <c:v>0.0040579457</c:v>
                </c:pt>
                <c:pt idx="1545">
                  <c:v>0.012059083</c:v>
                </c:pt>
                <c:pt idx="1546">
                  <c:v>0.016186401</c:v>
                </c:pt>
                <c:pt idx="1547">
                  <c:v>0.022477314</c:v>
                </c:pt>
                <c:pt idx="1548">
                  <c:v>0.028211545</c:v>
                </c:pt>
                <c:pt idx="1549">
                  <c:v>0.028211545</c:v>
                </c:pt>
                <c:pt idx="1550">
                  <c:v>0.03921123</c:v>
                </c:pt>
                <c:pt idx="1551">
                  <c:v>0.044504784</c:v>
                </c:pt>
                <c:pt idx="1552">
                  <c:v>0.03225574</c:v>
                </c:pt>
                <c:pt idx="1553">
                  <c:v>0.01907584</c:v>
                </c:pt>
                <c:pt idx="1554">
                  <c:v>0.01907584</c:v>
                </c:pt>
                <c:pt idx="1555">
                  <c:v>0.018445013</c:v>
                </c:pt>
                <c:pt idx="1556">
                  <c:v>0.018810706</c:v>
                </c:pt>
                <c:pt idx="1557">
                  <c:v>0.022499193</c:v>
                </c:pt>
                <c:pt idx="1558">
                  <c:v>0.022499193</c:v>
                </c:pt>
                <c:pt idx="1559">
                  <c:v>0.02681489</c:v>
                </c:pt>
                <c:pt idx="1560">
                  <c:v>0.02411763</c:v>
                </c:pt>
                <c:pt idx="1561">
                  <c:v>0.018442769</c:v>
                </c:pt>
                <c:pt idx="1562">
                  <c:v>0.018442769</c:v>
                </c:pt>
                <c:pt idx="1563">
                  <c:v>0.0157943</c:v>
                </c:pt>
                <c:pt idx="1564">
                  <c:v>0.013934899</c:v>
                </c:pt>
                <c:pt idx="1565">
                  <c:v>0.013577249</c:v>
                </c:pt>
                <c:pt idx="1566">
                  <c:v>0.013577249</c:v>
                </c:pt>
                <c:pt idx="1567">
                  <c:v>0.010111084</c:v>
                </c:pt>
                <c:pt idx="1568">
                  <c:v>0.006132853</c:v>
                </c:pt>
                <c:pt idx="1569">
                  <c:v>0.006132853</c:v>
                </c:pt>
                <c:pt idx="1570">
                  <c:v>0.00115162</c:v>
                </c:pt>
                <c:pt idx="1571">
                  <c:v>0.00115162</c:v>
                </c:pt>
                <c:pt idx="1572">
                  <c:v>0.0021727278</c:v>
                </c:pt>
                <c:pt idx="1573">
                  <c:v>0.00234258</c:v>
                </c:pt>
                <c:pt idx="1574">
                  <c:v>0.0035144086</c:v>
                </c:pt>
                <c:pt idx="1575">
                  <c:v>0.016229711</c:v>
                </c:pt>
                <c:pt idx="1576">
                  <c:v>0.015380402</c:v>
                </c:pt>
                <c:pt idx="1577">
                  <c:v>0.029653294</c:v>
                </c:pt>
                <c:pt idx="1578">
                  <c:v>0.02844689</c:v>
                </c:pt>
                <c:pt idx="1579">
                  <c:v>0.02077227</c:v>
                </c:pt>
                <c:pt idx="1580">
                  <c:v>0.015675742</c:v>
                </c:pt>
                <c:pt idx="1581">
                  <c:v>0.015675742</c:v>
                </c:pt>
                <c:pt idx="1582">
                  <c:v>0.016472615</c:v>
                </c:pt>
                <c:pt idx="1583">
                  <c:v>0.017582145</c:v>
                </c:pt>
                <c:pt idx="1584">
                  <c:v>0.022132248</c:v>
                </c:pt>
                <c:pt idx="1585">
                  <c:v>0.022132248</c:v>
                </c:pt>
                <c:pt idx="1586">
                  <c:v>0.02734942</c:v>
                </c:pt>
                <c:pt idx="1587">
                  <c:v>0.0274433</c:v>
                </c:pt>
                <c:pt idx="1588">
                  <c:v>0.01992539</c:v>
                </c:pt>
                <c:pt idx="1589">
                  <c:v>0.01992539</c:v>
                </c:pt>
                <c:pt idx="1590">
                  <c:v>0.015494714</c:v>
                </c:pt>
                <c:pt idx="1591">
                  <c:v>0.009541452</c:v>
                </c:pt>
                <c:pt idx="1592">
                  <c:v>0.009541452</c:v>
                </c:pt>
                <c:pt idx="1593">
                  <c:v>0.011144487</c:v>
                </c:pt>
                <c:pt idx="1594">
                  <c:v>0.005083941</c:v>
                </c:pt>
                <c:pt idx="1595">
                  <c:v>0.0015519593</c:v>
                </c:pt>
                <c:pt idx="1596">
                  <c:v>0.002458496</c:v>
                </c:pt>
                <c:pt idx="1597">
                  <c:v>0.002458496</c:v>
                </c:pt>
                <c:pt idx="1598">
                  <c:v>0.0029976822</c:v>
                </c:pt>
                <c:pt idx="1599">
                  <c:v>0.0028558047</c:v>
                </c:pt>
                <c:pt idx="1600">
                  <c:v>0.0028558047</c:v>
                </c:pt>
                <c:pt idx="1601">
                  <c:v>0.003132657</c:v>
                </c:pt>
                <c:pt idx="1602">
                  <c:v>0.015380402</c:v>
                </c:pt>
                <c:pt idx="1603">
                  <c:v>0.017408896</c:v>
                </c:pt>
                <c:pt idx="1604">
                  <c:v>0.01974511</c:v>
                </c:pt>
                <c:pt idx="1605">
                  <c:v>0.025048211</c:v>
                </c:pt>
                <c:pt idx="1606">
                  <c:v>0.025048211</c:v>
                </c:pt>
                <c:pt idx="1607">
                  <c:v>0.024415726</c:v>
                </c:pt>
                <c:pt idx="1608">
                  <c:v>0.023799324</c:v>
                </c:pt>
                <c:pt idx="1609">
                  <c:v>0.019353889</c:v>
                </c:pt>
                <c:pt idx="1610">
                  <c:v>0.019353889</c:v>
                </c:pt>
                <c:pt idx="1611">
                  <c:v>0.01374468</c:v>
                </c:pt>
                <c:pt idx="1612">
                  <c:v>0.01241155</c:v>
                </c:pt>
                <c:pt idx="1613">
                  <c:v>0.010689482</c:v>
                </c:pt>
                <c:pt idx="1614">
                  <c:v>0.004326405</c:v>
                </c:pt>
                <c:pt idx="1615">
                  <c:v>0.004326405</c:v>
                </c:pt>
                <c:pt idx="1616">
                  <c:v>0.0023420877</c:v>
                </c:pt>
                <c:pt idx="1617">
                  <c:v>0.0023420877</c:v>
                </c:pt>
                <c:pt idx="1618">
                  <c:v>0.0032005964</c:v>
                </c:pt>
                <c:pt idx="1619">
                  <c:v>0.0026341456</c:v>
                </c:pt>
                <c:pt idx="1620">
                  <c:v>0.0026341456</c:v>
                </c:pt>
                <c:pt idx="1621">
                  <c:v>0.0025918689</c:v>
                </c:pt>
                <c:pt idx="1622">
                  <c:v>0.003090284</c:v>
                </c:pt>
                <c:pt idx="1623">
                  <c:v>0.0033282505</c:v>
                </c:pt>
                <c:pt idx="1624">
                  <c:v>0.0033282505</c:v>
                </c:pt>
                <c:pt idx="1625">
                  <c:v>0.0133993495</c:v>
                </c:pt>
                <c:pt idx="1626">
                  <c:v>0.0133993495</c:v>
                </c:pt>
                <c:pt idx="1627">
                  <c:v>0.013945693</c:v>
                </c:pt>
                <c:pt idx="1628">
                  <c:v>0.014330728</c:v>
                </c:pt>
                <c:pt idx="1629">
                  <c:v>0.014330728</c:v>
                </c:pt>
                <c:pt idx="1630">
                  <c:v>0.01666407</c:v>
                </c:pt>
                <c:pt idx="1631">
                  <c:v>0.01666407</c:v>
                </c:pt>
                <c:pt idx="1632">
                  <c:v>0.018185321</c:v>
                </c:pt>
                <c:pt idx="1633">
                  <c:v>0.017474044</c:v>
                </c:pt>
                <c:pt idx="1634">
                  <c:v>0.020333216</c:v>
                </c:pt>
                <c:pt idx="1635">
                  <c:v>0.020333216</c:v>
                </c:pt>
                <c:pt idx="1636">
                  <c:v>0.021993384</c:v>
                </c:pt>
                <c:pt idx="1637">
                  <c:v>0.018003162</c:v>
                </c:pt>
                <c:pt idx="1638">
                  <c:v>0.016863827</c:v>
                </c:pt>
                <c:pt idx="1639">
                  <c:v>0.016863827</c:v>
                </c:pt>
                <c:pt idx="1640">
                  <c:v>0.010689482</c:v>
                </c:pt>
                <c:pt idx="1641">
                  <c:v>0.00830309</c:v>
                </c:pt>
                <c:pt idx="1642">
                  <c:v>0.00198115</c:v>
                </c:pt>
                <c:pt idx="1643">
                  <c:v>0.0023420877</c:v>
                </c:pt>
                <c:pt idx="1644">
                  <c:v>0.002356309</c:v>
                </c:pt>
                <c:pt idx="1645">
                  <c:v>0.0022494087</c:v>
                </c:pt>
                <c:pt idx="1646">
                  <c:v>0.0022494087</c:v>
                </c:pt>
                <c:pt idx="1647">
                  <c:v>0.0028245994</c:v>
                </c:pt>
                <c:pt idx="1648">
                  <c:v>0.0027747417</c:v>
                </c:pt>
                <c:pt idx="1649">
                  <c:v>0.0036669276</c:v>
                </c:pt>
                <c:pt idx="1650">
                  <c:v>0.0036669276</c:v>
                </c:pt>
                <c:pt idx="1651">
                  <c:v>0.0134440325</c:v>
                </c:pt>
                <c:pt idx="1652">
                  <c:v>0.0134440325</c:v>
                </c:pt>
                <c:pt idx="1653">
                  <c:v>0.019382989</c:v>
                </c:pt>
                <c:pt idx="1654">
                  <c:v>0.0057457234</c:v>
                </c:pt>
                <c:pt idx="1655">
                  <c:v>0.014431829</c:v>
                </c:pt>
                <c:pt idx="1656">
                  <c:v>0.01453653</c:v>
                </c:pt>
                <c:pt idx="1657">
                  <c:v>0.01453653</c:v>
                </c:pt>
                <c:pt idx="1658">
                  <c:v>0.01628125</c:v>
                </c:pt>
                <c:pt idx="1659">
                  <c:v>0.016396705</c:v>
                </c:pt>
                <c:pt idx="1660">
                  <c:v>0.015365358</c:v>
                </c:pt>
                <c:pt idx="1661">
                  <c:v>0.015365358</c:v>
                </c:pt>
                <c:pt idx="1662">
                  <c:v>0.016101887</c:v>
                </c:pt>
                <c:pt idx="1663">
                  <c:v>0.014967</c:v>
                </c:pt>
                <c:pt idx="1664">
                  <c:v>0.014949448</c:v>
                </c:pt>
                <c:pt idx="1665">
                  <c:v>0.014949448</c:v>
                </c:pt>
                <c:pt idx="1666">
                  <c:v>0.0014194006</c:v>
                </c:pt>
                <c:pt idx="1667">
                  <c:v>0.009427052</c:v>
                </c:pt>
                <c:pt idx="1668">
                  <c:v>0.009427052</c:v>
                </c:pt>
                <c:pt idx="1669">
                  <c:v>0.0028964647</c:v>
                </c:pt>
                <c:pt idx="1670">
                  <c:v>0.003302669</c:v>
                </c:pt>
                <c:pt idx="1671">
                  <c:v>0.0038531893</c:v>
                </c:pt>
                <c:pt idx="1672">
                  <c:v>0.0024607384</c:v>
                </c:pt>
                <c:pt idx="1673">
                  <c:v>0.0025366172</c:v>
                </c:pt>
                <c:pt idx="1674">
                  <c:v>0.0026157522</c:v>
                </c:pt>
                <c:pt idx="1675">
                  <c:v>0.0026157522</c:v>
                </c:pt>
                <c:pt idx="1676">
                  <c:v>0.0036288758</c:v>
                </c:pt>
                <c:pt idx="1677">
                  <c:v>0.0035740426</c:v>
                </c:pt>
                <c:pt idx="1678">
                  <c:v>0.0038343864</c:v>
                </c:pt>
                <c:pt idx="1679">
                  <c:v>0.0038343864</c:v>
                </c:pt>
                <c:pt idx="1680">
                  <c:v>0.0056354683</c:v>
                </c:pt>
                <c:pt idx="1681">
                  <c:v>0.005909625</c:v>
                </c:pt>
                <c:pt idx="1682">
                  <c:v>0.013651518</c:v>
                </c:pt>
                <c:pt idx="1683">
                  <c:v>0.008907102</c:v>
                </c:pt>
                <c:pt idx="1684">
                  <c:v>0.0031341282</c:v>
                </c:pt>
                <c:pt idx="1685">
                  <c:v>0.005389277</c:v>
                </c:pt>
                <c:pt idx="1686">
                  <c:v>0.0049909987</c:v>
                </c:pt>
                <c:pt idx="1687">
                  <c:v>0.0038531893</c:v>
                </c:pt>
                <c:pt idx="1688">
                  <c:v>0.0032099036</c:v>
                </c:pt>
                <c:pt idx="1689">
                  <c:v>0.003876178</c:v>
                </c:pt>
                <c:pt idx="1690">
                  <c:v>0.0034311467</c:v>
                </c:pt>
                <c:pt idx="1691">
                  <c:v>0.0034311467</c:v>
                </c:pt>
                <c:pt idx="1692">
                  <c:v>0.0042843716</c:v>
                </c:pt>
                <c:pt idx="1693">
                  <c:v>0.0040710117</c:v>
                </c:pt>
                <c:pt idx="1694">
                  <c:v>0.0040710117</c:v>
                </c:pt>
                <c:pt idx="1695">
                  <c:v>0.0062735984</c:v>
                </c:pt>
                <c:pt idx="1696">
                  <c:v>0.005971101</c:v>
                </c:pt>
                <c:pt idx="1697">
                  <c:v>0.006233683</c:v>
                </c:pt>
                <c:pt idx="1698">
                  <c:v>0.006233683</c:v>
                </c:pt>
                <c:pt idx="1699">
                  <c:v>0.0048278277</c:v>
                </c:pt>
                <c:pt idx="1700">
                  <c:v>0.0043375706</c:v>
                </c:pt>
                <c:pt idx="1701">
                  <c:v>0.0043375706</c:v>
                </c:pt>
                <c:pt idx="1702">
                  <c:v>0.0045683365</c:v>
                </c:pt>
                <c:pt idx="1703">
                  <c:v>0.004769662</c:v>
                </c:pt>
                <c:pt idx="1704">
                  <c:v>0.015418152</c:v>
                </c:pt>
                <c:pt idx="1705">
                  <c:v>0.0017739281</c:v>
                </c:pt>
                <c:pt idx="1706">
                  <c:v>0.007598099</c:v>
                </c:pt>
                <c:pt idx="1707">
                  <c:v>0.007598099</c:v>
                </c:pt>
                <c:pt idx="1708">
                  <c:v>0.0038441112</c:v>
                </c:pt>
                <c:pt idx="1709">
                  <c:v>0.0038441112</c:v>
                </c:pt>
                <c:pt idx="1710">
                  <c:v>0.004145211</c:v>
                </c:pt>
                <c:pt idx="1711">
                  <c:v>0.0071912175</c:v>
                </c:pt>
                <c:pt idx="1712">
                  <c:v>0.0066690957</c:v>
                </c:pt>
                <c:pt idx="1713">
                  <c:v>0.0066690957</c:v>
                </c:pt>
                <c:pt idx="1714">
                  <c:v>0.0040428247</c:v>
                </c:pt>
                <c:pt idx="1715">
                  <c:v>0.0048633697</c:v>
                </c:pt>
                <c:pt idx="1716">
                  <c:v>0.0042261872</c:v>
                </c:pt>
                <c:pt idx="1717">
                  <c:v>0.0042261872</c:v>
                </c:pt>
                <c:pt idx="1718">
                  <c:v>0.0041715796</c:v>
                </c:pt>
                <c:pt idx="1719">
                  <c:v>0.0043638092</c:v>
                </c:pt>
                <c:pt idx="1720">
                  <c:v>0.0043638092</c:v>
                </c:pt>
                <c:pt idx="1721">
                  <c:v>0.0056769312</c:v>
                </c:pt>
                <c:pt idx="1722">
                  <c:v>0.0056769312</c:v>
                </c:pt>
                <c:pt idx="1723">
                  <c:v>0.005119049</c:v>
                </c:pt>
                <c:pt idx="1724">
                  <c:v>0.0046597067</c:v>
                </c:pt>
                <c:pt idx="1725">
                  <c:v>0.004320797</c:v>
                </c:pt>
                <c:pt idx="1726">
                  <c:v>0.004320797</c:v>
                </c:pt>
                <c:pt idx="1727">
                  <c:v>0.004258154</c:v>
                </c:pt>
                <c:pt idx="1728">
                  <c:v>0.004302277</c:v>
                </c:pt>
                <c:pt idx="1729">
                  <c:v>0.0037914382</c:v>
                </c:pt>
                <c:pt idx="1730">
                  <c:v>0.00756053</c:v>
                </c:pt>
                <c:pt idx="1731">
                  <c:v>0.0045449184</c:v>
                </c:pt>
                <c:pt idx="1732">
                  <c:v>0.0045449184</c:v>
                </c:pt>
                <c:pt idx="1733">
                  <c:v>0.0063694725</c:v>
                </c:pt>
                <c:pt idx="1734">
                  <c:v>0.0063775023</c:v>
                </c:pt>
                <c:pt idx="1735">
                  <c:v>0.005423981</c:v>
                </c:pt>
                <c:pt idx="1736">
                  <c:v>0.006535384</c:v>
                </c:pt>
                <c:pt idx="1737">
                  <c:v>0.0056209248</c:v>
                </c:pt>
                <c:pt idx="1738">
                  <c:v>0.004958884</c:v>
                </c:pt>
                <c:pt idx="1739">
                  <c:v>0.00457942</c:v>
                </c:pt>
                <c:pt idx="1740">
                  <c:v>0.00457942</c:v>
                </c:pt>
                <c:pt idx="1741">
                  <c:v>0.0037632845</c:v>
                </c:pt>
                <c:pt idx="1742">
                  <c:v>0.003942218</c:v>
                </c:pt>
                <c:pt idx="1743">
                  <c:v>0.009402899</c:v>
                </c:pt>
                <c:pt idx="1744">
                  <c:v>0.009402899</c:v>
                </c:pt>
                <c:pt idx="1745">
                  <c:v>0.0067998557</c:v>
                </c:pt>
                <c:pt idx="1746">
                  <c:v>0.00572005</c:v>
                </c:pt>
                <c:pt idx="1747">
                  <c:v>0.0048408615</c:v>
                </c:pt>
                <c:pt idx="1748">
                  <c:v>0.0048408615</c:v>
                </c:pt>
                <c:pt idx="1749">
                  <c:v>0.004328615</c:v>
                </c:pt>
                <c:pt idx="1750">
                  <c:v>0.0038486547</c:v>
                </c:pt>
                <c:pt idx="1751">
                  <c:v>0.0046672113</c:v>
                </c:pt>
                <c:pt idx="1752">
                  <c:v>0.010702071</c:v>
                </c:pt>
                <c:pt idx="1753">
                  <c:v>0.010127173</c:v>
                </c:pt>
                <c:pt idx="1754">
                  <c:v>0.010127173</c:v>
                </c:pt>
                <c:pt idx="1755">
                  <c:v>0.014030067</c:v>
                </c:pt>
                <c:pt idx="1756">
                  <c:v>0.0040480886</c:v>
                </c:pt>
                <c:pt idx="1757">
                  <c:v>0.0044906945</c:v>
                </c:pt>
                <c:pt idx="1758">
                  <c:v>0.004230831</c:v>
                </c:pt>
                <c:pt idx="1759">
                  <c:v>0.004230831</c:v>
                </c:pt>
                <c:pt idx="1760">
                  <c:v>0.002023043</c:v>
                </c:pt>
                <c:pt idx="1761">
                  <c:v>0.010320073</c:v>
                </c:pt>
                <c:pt idx="1762">
                  <c:v>0.011797412</c:v>
                </c:pt>
                <c:pt idx="1763">
                  <c:v>0.011797412</c:v>
                </c:pt>
                <c:pt idx="1764">
                  <c:v>0.0107199205</c:v>
                </c:pt>
                <c:pt idx="1765">
                  <c:v>0.0107199205</c:v>
                </c:pt>
                <c:pt idx="1766">
                  <c:v>0.016444072</c:v>
                </c:pt>
                <c:pt idx="1767">
                  <c:v>0.016421337</c:v>
                </c:pt>
                <c:pt idx="1768">
                  <c:v>0.012669202</c:v>
                </c:pt>
                <c:pt idx="1769">
                  <c:v>0.012669202</c:v>
                </c:pt>
                <c:pt idx="1770">
                  <c:v>0.014890405</c:v>
                </c:pt>
                <c:pt idx="1771">
                  <c:v>0.004278223</c:v>
                </c:pt>
                <c:pt idx="1772">
                  <c:v>0.0112109035</c:v>
                </c:pt>
                <c:pt idx="1773">
                  <c:v>0.011892695</c:v>
                </c:pt>
                <c:pt idx="1774">
                  <c:v>0.013018854</c:v>
                </c:pt>
                <c:pt idx="1775">
                  <c:v>0.013018854</c:v>
                </c:pt>
                <c:pt idx="1776">
                  <c:v>0.011500996</c:v>
                </c:pt>
                <c:pt idx="1777">
                  <c:v>0.012301941</c:v>
                </c:pt>
                <c:pt idx="1778">
                  <c:v>0.01601142</c:v>
                </c:pt>
                <c:pt idx="1779">
                  <c:v>0.01601142</c:v>
                </c:pt>
                <c:pt idx="1780">
                  <c:v>0.017553058</c:v>
                </c:pt>
                <c:pt idx="1781">
                  <c:v>0.016889397</c:v>
                </c:pt>
                <c:pt idx="1782">
                  <c:v>0.013928074</c:v>
                </c:pt>
                <c:pt idx="1783">
                  <c:v>0.013928074</c:v>
                </c:pt>
                <c:pt idx="1784">
                  <c:v>0.012082</c:v>
                </c:pt>
                <c:pt idx="1785">
                  <c:v>0.015101095</c:v>
                </c:pt>
                <c:pt idx="1786">
                  <c:v>0.023603803</c:v>
                </c:pt>
                <c:pt idx="1787">
                  <c:v>0.029871834</c:v>
                </c:pt>
                <c:pt idx="1788">
                  <c:v>0.029871834</c:v>
                </c:pt>
                <c:pt idx="1789">
                  <c:v>0.022807315</c:v>
                </c:pt>
                <c:pt idx="1790">
                  <c:v>0.0124138575</c:v>
                </c:pt>
                <c:pt idx="1791">
                  <c:v>0.0051201503</c:v>
                </c:pt>
                <c:pt idx="1792">
                  <c:v>0.0041341214</c:v>
                </c:pt>
                <c:pt idx="1793">
                  <c:v>0.0028790415</c:v>
                </c:pt>
                <c:pt idx="1794">
                  <c:v>0.0028790415</c:v>
                </c:pt>
                <c:pt idx="1795">
                  <c:v>0.0025385963</c:v>
                </c:pt>
                <c:pt idx="1796">
                  <c:v>0.0025184732</c:v>
                </c:pt>
                <c:pt idx="1797">
                  <c:v>0.003718517</c:v>
                </c:pt>
                <c:pt idx="1798">
                  <c:v>0.0013979252</c:v>
                </c:pt>
                <c:pt idx="1799">
                  <c:v>0.0013979252</c:v>
                </c:pt>
                <c:pt idx="1800">
                  <c:v>0.012337316</c:v>
                </c:pt>
                <c:pt idx="1801">
                  <c:v>0.012071405</c:v>
                </c:pt>
                <c:pt idx="1802">
                  <c:v>0.011779306</c:v>
                </c:pt>
                <c:pt idx="1803">
                  <c:v>0.011779306</c:v>
                </c:pt>
                <c:pt idx="1804">
                  <c:v>0.012741678</c:v>
                </c:pt>
                <c:pt idx="1805">
                  <c:v>0.017948797</c:v>
                </c:pt>
                <c:pt idx="1806">
                  <c:v>0.014955352</c:v>
                </c:pt>
                <c:pt idx="1807">
                  <c:v>0.014955352</c:v>
                </c:pt>
                <c:pt idx="1808">
                  <c:v>0.012603784</c:v>
                </c:pt>
                <c:pt idx="1809">
                  <c:v>0.014679645</c:v>
                </c:pt>
                <c:pt idx="1810">
                  <c:v>0.013567547</c:v>
                </c:pt>
                <c:pt idx="1811">
                  <c:v>0.013567547</c:v>
                </c:pt>
                <c:pt idx="1812">
                  <c:v>0.010206446</c:v>
                </c:pt>
                <c:pt idx="1813">
                  <c:v>0.01380175</c:v>
                </c:pt>
                <c:pt idx="1814">
                  <c:v>0.01380175</c:v>
                </c:pt>
                <c:pt idx="1815">
                  <c:v>0.020558566</c:v>
                </c:pt>
                <c:pt idx="1816">
                  <c:v>0.025524734</c:v>
                </c:pt>
                <c:pt idx="1817">
                  <c:v>0.033009946</c:v>
                </c:pt>
                <c:pt idx="1818">
                  <c:v>0.033009946</c:v>
                </c:pt>
                <c:pt idx="1819">
                  <c:v>0.03425414</c:v>
                </c:pt>
                <c:pt idx="1820">
                  <c:v>0.018436164</c:v>
                </c:pt>
                <c:pt idx="1821">
                  <c:v>0.0121083185</c:v>
                </c:pt>
                <c:pt idx="1822">
                  <c:v>0.0121083185</c:v>
                </c:pt>
                <c:pt idx="1823">
                  <c:v>0.003902828</c:v>
                </c:pt>
                <c:pt idx="1824">
                  <c:v>0.004787443</c:v>
                </c:pt>
                <c:pt idx="1825">
                  <c:v>0.0045297598</c:v>
                </c:pt>
                <c:pt idx="1826">
                  <c:v>0.0045297598</c:v>
                </c:pt>
                <c:pt idx="1827">
                  <c:v>0.0039889705</c:v>
                </c:pt>
                <c:pt idx="1828">
                  <c:v>0.0030566447</c:v>
                </c:pt>
                <c:pt idx="1829">
                  <c:v>0.002293909</c:v>
                </c:pt>
                <c:pt idx="1830">
                  <c:v>0.002995486</c:v>
                </c:pt>
                <c:pt idx="1831">
                  <c:v>0.011498745</c:v>
                </c:pt>
                <c:pt idx="1832">
                  <c:v>0.016112328</c:v>
                </c:pt>
                <c:pt idx="1833">
                  <c:v>0.021138437</c:v>
                </c:pt>
                <c:pt idx="1834">
                  <c:v>0.0134824915</c:v>
                </c:pt>
                <c:pt idx="1835">
                  <c:v>0.0134824915</c:v>
                </c:pt>
                <c:pt idx="1836">
                  <c:v>0.010271758</c:v>
                </c:pt>
                <c:pt idx="1837">
                  <c:v>0.013567547</c:v>
                </c:pt>
                <c:pt idx="1838">
                  <c:v>0.010206446</c:v>
                </c:pt>
                <c:pt idx="1839">
                  <c:v>0.010407964</c:v>
                </c:pt>
                <c:pt idx="1840">
                  <c:v>0.017632514</c:v>
                </c:pt>
                <c:pt idx="1841">
                  <c:v>0.017632514</c:v>
                </c:pt>
                <c:pt idx="1842">
                  <c:v>0.019753471</c:v>
                </c:pt>
                <c:pt idx="1843">
                  <c:v>0.02466898</c:v>
                </c:pt>
                <c:pt idx="1844">
                  <c:v>0.035983324</c:v>
                </c:pt>
                <c:pt idx="1845">
                  <c:v>0.035983324</c:v>
                </c:pt>
                <c:pt idx="1846">
                  <c:v>0.032556094</c:v>
                </c:pt>
                <c:pt idx="1847">
                  <c:v>0.018746784</c:v>
                </c:pt>
                <c:pt idx="1848">
                  <c:v>0.013514249</c:v>
                </c:pt>
                <c:pt idx="1849">
                  <c:v>0.013514249</c:v>
                </c:pt>
                <c:pt idx="1850">
                  <c:v>0.004301431</c:v>
                </c:pt>
                <c:pt idx="1851">
                  <c:v>0.0041854414</c:v>
                </c:pt>
                <c:pt idx="1852">
                  <c:v>0.014337563</c:v>
                </c:pt>
                <c:pt idx="1853">
                  <c:v>0.01157202</c:v>
                </c:pt>
                <c:pt idx="1854">
                  <c:v>0.005355103</c:v>
                </c:pt>
                <c:pt idx="1855">
                  <c:v>0.004167485</c:v>
                </c:pt>
                <c:pt idx="1856">
                  <c:v>0.004167485</c:v>
                </c:pt>
                <c:pt idx="1857">
                  <c:v>0.0032369746</c:v>
                </c:pt>
                <c:pt idx="1858">
                  <c:v>0.0030680783</c:v>
                </c:pt>
                <c:pt idx="1859">
                  <c:v>0.002771283</c:v>
                </c:pt>
                <c:pt idx="1860">
                  <c:v>0.0025277713</c:v>
                </c:pt>
                <c:pt idx="1861">
                  <c:v>0.0025277713</c:v>
                </c:pt>
                <c:pt idx="1862">
                  <c:v>0.010822291</c:v>
                </c:pt>
                <c:pt idx="1863">
                  <c:v>0.010822291</c:v>
                </c:pt>
                <c:pt idx="1864">
                  <c:v>0.018267382</c:v>
                </c:pt>
                <c:pt idx="1865">
                  <c:v>0.015085555</c:v>
                </c:pt>
                <c:pt idx="1866">
                  <c:v>0.015085555</c:v>
                </c:pt>
                <c:pt idx="1867">
                  <c:v>0.010844858</c:v>
                </c:pt>
                <c:pt idx="1868">
                  <c:v>0.010407964</c:v>
                </c:pt>
                <c:pt idx="1869">
                  <c:v>0.013583642</c:v>
                </c:pt>
                <c:pt idx="1870">
                  <c:v>0.016752936</c:v>
                </c:pt>
                <c:pt idx="1871">
                  <c:v>0.019711263</c:v>
                </c:pt>
                <c:pt idx="1872">
                  <c:v>0.034977622</c:v>
                </c:pt>
                <c:pt idx="1873">
                  <c:v>0.034977622</c:v>
                </c:pt>
                <c:pt idx="1874">
                  <c:v>0.036145102</c:v>
                </c:pt>
                <c:pt idx="1875">
                  <c:v>0.021156855</c:v>
                </c:pt>
                <c:pt idx="1876">
                  <c:v>0.0124666225</c:v>
                </c:pt>
                <c:pt idx="1877">
                  <c:v>0.0124666225</c:v>
                </c:pt>
                <c:pt idx="1878">
                  <c:v>0.0041762386</c:v>
                </c:pt>
                <c:pt idx="1879">
                  <c:v>0.014294451</c:v>
                </c:pt>
                <c:pt idx="1880">
                  <c:v>0.015674517</c:v>
                </c:pt>
                <c:pt idx="1881">
                  <c:v>0.011834203</c:v>
                </c:pt>
                <c:pt idx="1882">
                  <c:v>0.011834203</c:v>
                </c:pt>
                <c:pt idx="1883">
                  <c:v>0.00470253</c:v>
                </c:pt>
                <c:pt idx="1884">
                  <c:v>0.004286861</c:v>
                </c:pt>
                <c:pt idx="1885">
                  <c:v>0.003822533</c:v>
                </c:pt>
                <c:pt idx="1886">
                  <c:v>0.003822533</c:v>
                </c:pt>
                <c:pt idx="1887">
                  <c:v>0.0029813768</c:v>
                </c:pt>
                <c:pt idx="1888">
                  <c:v>0.0028954276</c:v>
                </c:pt>
                <c:pt idx="1889">
                  <c:v>0.010971374</c:v>
                </c:pt>
                <c:pt idx="1890">
                  <c:v>0.010971374</c:v>
                </c:pt>
                <c:pt idx="1891">
                  <c:v>0.018523801</c:v>
                </c:pt>
                <c:pt idx="1892">
                  <c:v>0.023203654</c:v>
                </c:pt>
                <c:pt idx="1893">
                  <c:v>0.013477318</c:v>
                </c:pt>
                <c:pt idx="1894">
                  <c:v>0.013477318</c:v>
                </c:pt>
                <c:pt idx="1895">
                  <c:v>0.016487222</c:v>
                </c:pt>
                <c:pt idx="1896">
                  <c:v>0.01713231</c:v>
                </c:pt>
                <c:pt idx="1897">
                  <c:v>0.026434958</c:v>
                </c:pt>
                <c:pt idx="1898">
                  <c:v>0.026434958</c:v>
                </c:pt>
                <c:pt idx="1899">
                  <c:v>0.04250827</c:v>
                </c:pt>
                <c:pt idx="1900">
                  <c:v>0.028274957</c:v>
                </c:pt>
                <c:pt idx="1901">
                  <c:v>0.014097417</c:v>
                </c:pt>
                <c:pt idx="1902">
                  <c:v>0.014097417</c:v>
                </c:pt>
                <c:pt idx="1903">
                  <c:v>0.014152875</c:v>
                </c:pt>
                <c:pt idx="1904">
                  <c:v>0.014152875</c:v>
                </c:pt>
                <c:pt idx="1905">
                  <c:v>0.0029630614</c:v>
                </c:pt>
                <c:pt idx="1906">
                  <c:v>0.0029630614</c:v>
                </c:pt>
                <c:pt idx="1907">
                  <c:v>0.003034148</c:v>
                </c:pt>
                <c:pt idx="1908">
                  <c:v>0.010944825</c:v>
                </c:pt>
                <c:pt idx="1909">
                  <c:v>0.011490241</c:v>
                </c:pt>
                <c:pt idx="1910">
                  <c:v>0.011490241</c:v>
                </c:pt>
                <c:pt idx="1911">
                  <c:v>0.016765833</c:v>
                </c:pt>
                <c:pt idx="1912">
                  <c:v>0.021687128</c:v>
                </c:pt>
                <c:pt idx="1913">
                  <c:v>0.021687128</c:v>
                </c:pt>
                <c:pt idx="1914">
                  <c:v>0.022568032</c:v>
                </c:pt>
                <c:pt idx="1915">
                  <c:v>0.021789154</c:v>
                </c:pt>
                <c:pt idx="1916">
                  <c:v>0.020969164</c:v>
                </c:pt>
                <c:pt idx="1917">
                  <c:v>0.020969164</c:v>
                </c:pt>
                <c:pt idx="1918">
                  <c:v>0.032991894</c:v>
                </c:pt>
                <c:pt idx="1919">
                  <c:v>0.033823892</c:v>
                </c:pt>
                <c:pt idx="1920">
                  <c:v>0.019241393</c:v>
                </c:pt>
                <c:pt idx="1921">
                  <c:v>0.019241393</c:v>
                </c:pt>
                <c:pt idx="1922">
                  <c:v>0.012303395</c:v>
                </c:pt>
                <c:pt idx="1923">
                  <c:v>0.019489013</c:v>
                </c:pt>
                <c:pt idx="1924">
                  <c:v>0.020296516</c:v>
                </c:pt>
                <c:pt idx="1925">
                  <c:v>0.022734318</c:v>
                </c:pt>
                <c:pt idx="1926">
                  <c:v>0.016256373</c:v>
                </c:pt>
                <c:pt idx="1927">
                  <c:v>0.0060381102</c:v>
                </c:pt>
                <c:pt idx="1928">
                  <c:v>0.0052776323</c:v>
                </c:pt>
                <c:pt idx="1929">
                  <c:v>0.004066171</c:v>
                </c:pt>
                <c:pt idx="1930">
                  <c:v>0.0016799658</c:v>
                </c:pt>
                <c:pt idx="1931">
                  <c:v>0.006903314</c:v>
                </c:pt>
                <c:pt idx="1932">
                  <c:v>0.010712085</c:v>
                </c:pt>
                <c:pt idx="1933">
                  <c:v>0.021009745</c:v>
                </c:pt>
                <c:pt idx="1934">
                  <c:v>0.02798708</c:v>
                </c:pt>
                <c:pt idx="1935">
                  <c:v>0.02798708</c:v>
                </c:pt>
                <c:pt idx="1936">
                  <c:v>0.0217475</c:v>
                </c:pt>
                <c:pt idx="1937">
                  <c:v>0.026956268</c:v>
                </c:pt>
                <c:pt idx="1938">
                  <c:v>0.02139559</c:v>
                </c:pt>
                <c:pt idx="1939">
                  <c:v>0.02139559</c:v>
                </c:pt>
                <c:pt idx="1940">
                  <c:v>0.025680415</c:v>
                </c:pt>
                <c:pt idx="1941">
                  <c:v>0.022176892</c:v>
                </c:pt>
                <c:pt idx="1942">
                  <c:v>0.018443573</c:v>
                </c:pt>
                <c:pt idx="1943">
                  <c:v>0.018443573</c:v>
                </c:pt>
                <c:pt idx="1944">
                  <c:v>0.01241646</c:v>
                </c:pt>
                <c:pt idx="1945">
                  <c:v>0.012067136</c:v>
                </c:pt>
                <c:pt idx="1946">
                  <c:v>0.014320781</c:v>
                </c:pt>
                <c:pt idx="1947">
                  <c:v>0.014320781</c:v>
                </c:pt>
                <c:pt idx="1948">
                  <c:v>0.02139436</c:v>
                </c:pt>
                <c:pt idx="1949">
                  <c:v>0.02827045</c:v>
                </c:pt>
                <c:pt idx="1950">
                  <c:v>0.013578564</c:v>
                </c:pt>
                <c:pt idx="1951">
                  <c:v>0.0041713123</c:v>
                </c:pt>
                <c:pt idx="1952">
                  <c:v>0.0028959722</c:v>
                </c:pt>
                <c:pt idx="1953">
                  <c:v>0.0020737792</c:v>
                </c:pt>
                <c:pt idx="1954">
                  <c:v>0.010285826</c:v>
                </c:pt>
                <c:pt idx="1955">
                  <c:v>0.010285826</c:v>
                </c:pt>
                <c:pt idx="1956">
                  <c:v>0.013061406</c:v>
                </c:pt>
                <c:pt idx="1957">
                  <c:v>0.019321155</c:v>
                </c:pt>
                <c:pt idx="1958">
                  <c:v>0.026116146</c:v>
                </c:pt>
                <c:pt idx="1959">
                  <c:v>0.026116146</c:v>
                </c:pt>
                <c:pt idx="1960">
                  <c:v>0.015748296</c:v>
                </c:pt>
                <c:pt idx="1961">
                  <c:v>0.017059065</c:v>
                </c:pt>
                <c:pt idx="1962">
                  <c:v>0.015846536</c:v>
                </c:pt>
                <c:pt idx="1963">
                  <c:v>0.015846536</c:v>
                </c:pt>
                <c:pt idx="1964">
                  <c:v>0.016792487</c:v>
                </c:pt>
                <c:pt idx="1965">
                  <c:v>0.019711005</c:v>
                </c:pt>
                <c:pt idx="1966">
                  <c:v>0.019752603</c:v>
                </c:pt>
                <c:pt idx="1967">
                  <c:v>0.019752603</c:v>
                </c:pt>
                <c:pt idx="1968">
                  <c:v>0.019975334</c:v>
                </c:pt>
                <c:pt idx="1969">
                  <c:v>0.022802431</c:v>
                </c:pt>
                <c:pt idx="1970">
                  <c:v>0.021306442</c:v>
                </c:pt>
                <c:pt idx="1971">
                  <c:v>0.021306442</c:v>
                </c:pt>
                <c:pt idx="1972">
                  <c:v>0.02738001</c:v>
                </c:pt>
                <c:pt idx="1973">
                  <c:v>0.013134258</c:v>
                </c:pt>
                <c:pt idx="1974">
                  <c:v>0.014358842</c:v>
                </c:pt>
                <c:pt idx="1975">
                  <c:v>0.010048227</c:v>
                </c:pt>
                <c:pt idx="1976">
                  <c:v>0.014381913</c:v>
                </c:pt>
                <c:pt idx="1977">
                  <c:v>0.022310164</c:v>
                </c:pt>
                <c:pt idx="1978">
                  <c:v>0.02439489</c:v>
                </c:pt>
                <c:pt idx="1979">
                  <c:v>0.016365327</c:v>
                </c:pt>
                <c:pt idx="1980">
                  <c:v>0.016365327</c:v>
                </c:pt>
                <c:pt idx="1981">
                  <c:v>0.018073052</c:v>
                </c:pt>
                <c:pt idx="1982">
                  <c:v>0.017641678</c:v>
                </c:pt>
                <c:pt idx="1983">
                  <c:v>0.017233625</c:v>
                </c:pt>
                <c:pt idx="1984">
                  <c:v>0.017233625</c:v>
                </c:pt>
                <c:pt idx="1985">
                  <c:v>0.02148521</c:v>
                </c:pt>
                <c:pt idx="1986">
                  <c:v>0.02395419</c:v>
                </c:pt>
                <c:pt idx="1987">
                  <c:v>0.021306442</c:v>
                </c:pt>
                <c:pt idx="1988">
                  <c:v>0.012386391</c:v>
                </c:pt>
                <c:pt idx="1989">
                  <c:v>0.0031879016</c:v>
                </c:pt>
                <c:pt idx="1990">
                  <c:v>0.0031879016</c:v>
                </c:pt>
                <c:pt idx="1991">
                  <c:v>0.019739332</c:v>
                </c:pt>
                <c:pt idx="1992">
                  <c:v>0.019739332</c:v>
                </c:pt>
                <c:pt idx="1993">
                  <c:v>0.014034335</c:v>
                </c:pt>
                <c:pt idx="1994">
                  <c:v>0.014034335</c:v>
                </c:pt>
                <c:pt idx="1995">
                  <c:v>0.014358842</c:v>
                </c:pt>
                <c:pt idx="1996">
                  <c:v>0.014358842</c:v>
                </c:pt>
                <c:pt idx="1997">
                  <c:v>0.021766562</c:v>
                </c:pt>
                <c:pt idx="1998">
                  <c:v>0.017641678</c:v>
                </c:pt>
                <c:pt idx="1999">
                  <c:v>0.017233625</c:v>
                </c:pt>
                <c:pt idx="2000">
                  <c:v>0.016622651</c:v>
                </c:pt>
                <c:pt idx="2001">
                  <c:v>0.009510962</c:v>
                </c:pt>
                <c:pt idx="2002">
                  <c:v>0.009510962</c:v>
                </c:pt>
                <c:pt idx="2003">
                  <c:v>0.0085929055</c:v>
                </c:pt>
                <c:pt idx="2004">
                  <c:v>0.01131071</c:v>
                </c:pt>
                <c:pt idx="2005">
                  <c:v>0.008552337</c:v>
                </c:pt>
                <c:pt idx="2006">
                  <c:v>0.008552337</c:v>
                </c:pt>
                <c:pt idx="2007">
                  <c:v>0.016926724</c:v>
                </c:pt>
                <c:pt idx="2008">
                  <c:v>0.016049026</c:v>
                </c:pt>
                <c:pt idx="2009">
                  <c:v>0.016049026</c:v>
                </c:pt>
                <c:pt idx="2010">
                  <c:v>0.023812005</c:v>
                </c:pt>
                <c:pt idx="2011">
                  <c:v>0.029825192</c:v>
                </c:pt>
                <c:pt idx="2012">
                  <c:v>0.029825192</c:v>
                </c:pt>
                <c:pt idx="2013">
                  <c:v>0.0238522</c:v>
                </c:pt>
                <c:pt idx="2014">
                  <c:v>0.020056004</c:v>
                </c:pt>
                <c:pt idx="2015">
                  <c:v>0.020056004</c:v>
                </c:pt>
                <c:pt idx="2016">
                  <c:v>0.022853767</c:v>
                </c:pt>
                <c:pt idx="2017">
                  <c:v>0.017021965</c:v>
                </c:pt>
                <c:pt idx="2018">
                  <c:v>0.014426004</c:v>
                </c:pt>
                <c:pt idx="2019">
                  <c:v>0.009510962</c:v>
                </c:pt>
                <c:pt idx="2020">
                  <c:v>0.009510962</c:v>
                </c:pt>
                <c:pt idx="2021">
                  <c:v>0.0030794046</c:v>
                </c:pt>
                <c:pt idx="2022">
                  <c:v>0.0028511663</c:v>
                </c:pt>
                <c:pt idx="2023">
                  <c:v>0.0028511663</c:v>
                </c:pt>
                <c:pt idx="2024">
                  <c:v>0.017803987</c:v>
                </c:pt>
                <c:pt idx="2025">
                  <c:v>0.0204186</c:v>
                </c:pt>
                <c:pt idx="2026">
                  <c:v>0.023532376</c:v>
                </c:pt>
                <c:pt idx="2027">
                  <c:v>0.023532376</c:v>
                </c:pt>
                <c:pt idx="2028">
                  <c:v>0.02275601</c:v>
                </c:pt>
                <c:pt idx="2029">
                  <c:v>0.028018635</c:v>
                </c:pt>
                <c:pt idx="2030">
                  <c:v>0.02616867</c:v>
                </c:pt>
                <c:pt idx="2031">
                  <c:v>0.022723353</c:v>
                </c:pt>
                <c:pt idx="2032">
                  <c:v>0.022723353</c:v>
                </c:pt>
                <c:pt idx="2033">
                  <c:v>0.02362889</c:v>
                </c:pt>
                <c:pt idx="2034">
                  <c:v>0.02121614</c:v>
                </c:pt>
                <c:pt idx="2035">
                  <c:v>0.021002114</c:v>
                </c:pt>
                <c:pt idx="2036">
                  <c:v>0.021002114</c:v>
                </c:pt>
                <c:pt idx="2037">
                  <c:v>0.021076698</c:v>
                </c:pt>
                <c:pt idx="2038">
                  <c:v>0.017006394</c:v>
                </c:pt>
                <c:pt idx="2039">
                  <c:v>0.018821318</c:v>
                </c:pt>
                <c:pt idx="2040">
                  <c:v>0.018821318</c:v>
                </c:pt>
                <c:pt idx="2041">
                  <c:v>0.022085704</c:v>
                </c:pt>
                <c:pt idx="2042">
                  <c:v>0.02036056</c:v>
                </c:pt>
                <c:pt idx="2043">
                  <c:v>0.016322855</c:v>
                </c:pt>
                <c:pt idx="2044">
                  <c:v>0.0140819</c:v>
                </c:pt>
                <c:pt idx="2045">
                  <c:v>0.018194452</c:v>
                </c:pt>
                <c:pt idx="2046">
                  <c:v>0.018194452</c:v>
                </c:pt>
                <c:pt idx="2047">
                  <c:v>0.014646694</c:v>
                </c:pt>
                <c:pt idx="2048">
                  <c:v>0.002690428</c:v>
                </c:pt>
                <c:pt idx="2049">
                  <c:v>0.0071400693</c:v>
                </c:pt>
                <c:pt idx="2050">
                  <c:v>0.016127221</c:v>
                </c:pt>
                <c:pt idx="2051">
                  <c:v>0.015741354</c:v>
                </c:pt>
                <c:pt idx="2052">
                  <c:v>0.015741354</c:v>
                </c:pt>
                <c:pt idx="2053">
                  <c:v>0.016550329</c:v>
                </c:pt>
                <c:pt idx="2054">
                  <c:v>0.021882653</c:v>
                </c:pt>
                <c:pt idx="2055">
                  <c:v>0.025066793</c:v>
                </c:pt>
                <c:pt idx="2056">
                  <c:v>0.025066793</c:v>
                </c:pt>
                <c:pt idx="2057">
                  <c:v>0.027466634</c:v>
                </c:pt>
                <c:pt idx="2058">
                  <c:v>0.025271578</c:v>
                </c:pt>
                <c:pt idx="2059">
                  <c:v>0.026146218</c:v>
                </c:pt>
                <c:pt idx="2060">
                  <c:v>0.028269246</c:v>
                </c:pt>
                <c:pt idx="2061">
                  <c:v>0.028269246</c:v>
                </c:pt>
                <c:pt idx="2062">
                  <c:v>0.02482019</c:v>
                </c:pt>
                <c:pt idx="2063">
                  <c:v>0.020058163</c:v>
                </c:pt>
                <c:pt idx="2064">
                  <c:v>0.017787002</c:v>
                </c:pt>
                <c:pt idx="2065">
                  <c:v>0.017787002</c:v>
                </c:pt>
                <c:pt idx="2066">
                  <c:v>0.01690099</c:v>
                </c:pt>
                <c:pt idx="2067">
                  <c:v>0.017059445</c:v>
                </c:pt>
                <c:pt idx="2068">
                  <c:v>0.024400963</c:v>
                </c:pt>
                <c:pt idx="2069">
                  <c:v>0.024400963</c:v>
                </c:pt>
                <c:pt idx="2070">
                  <c:v>0.01957015</c:v>
                </c:pt>
                <c:pt idx="2071">
                  <c:v>0.015284373</c:v>
                </c:pt>
                <c:pt idx="2072">
                  <c:v>0.01695541</c:v>
                </c:pt>
                <c:pt idx="2073">
                  <c:v>0.01891338</c:v>
                </c:pt>
                <c:pt idx="2074">
                  <c:v>0.01891338</c:v>
                </c:pt>
                <c:pt idx="2075">
                  <c:v>0.020665925</c:v>
                </c:pt>
                <c:pt idx="2076">
                  <c:v>0.01688235</c:v>
                </c:pt>
                <c:pt idx="2077">
                  <c:v>0.0033075616</c:v>
                </c:pt>
                <c:pt idx="2078">
                  <c:v>0.0147603545</c:v>
                </c:pt>
                <c:pt idx="2079">
                  <c:v>0.018414699</c:v>
                </c:pt>
                <c:pt idx="2080">
                  <c:v>0.017086262</c:v>
                </c:pt>
                <c:pt idx="2081">
                  <c:v>0.017086262</c:v>
                </c:pt>
                <c:pt idx="2082">
                  <c:v>0.017800007</c:v>
                </c:pt>
                <c:pt idx="2083">
                  <c:v>0.018462777</c:v>
                </c:pt>
                <c:pt idx="2084">
                  <c:v>0.015948253</c:v>
                </c:pt>
                <c:pt idx="2085">
                  <c:v>0.016736373</c:v>
                </c:pt>
                <c:pt idx="2086">
                  <c:v>0.01761774</c:v>
                </c:pt>
                <c:pt idx="2087">
                  <c:v>0.01761774</c:v>
                </c:pt>
                <c:pt idx="2088">
                  <c:v>0.014537393</c:v>
                </c:pt>
                <c:pt idx="2089">
                  <c:v>0.015397591</c:v>
                </c:pt>
                <c:pt idx="2090">
                  <c:v>0.018594246</c:v>
                </c:pt>
                <c:pt idx="2091">
                  <c:v>0.018594246</c:v>
                </c:pt>
                <c:pt idx="2092">
                  <c:v>0.017537493</c:v>
                </c:pt>
                <c:pt idx="2093">
                  <c:v>0.016392168</c:v>
                </c:pt>
                <c:pt idx="2094">
                  <c:v>0.016392168</c:v>
                </c:pt>
                <c:pt idx="2095">
                  <c:v>0.014879044</c:v>
                </c:pt>
                <c:pt idx="2096">
                  <c:v>0.01721292</c:v>
                </c:pt>
                <c:pt idx="2097">
                  <c:v>0.01721292</c:v>
                </c:pt>
                <c:pt idx="2098">
                  <c:v>0.017482888</c:v>
                </c:pt>
                <c:pt idx="2099">
                  <c:v>0.0033636135</c:v>
                </c:pt>
                <c:pt idx="2100">
                  <c:v>0.018334161</c:v>
                </c:pt>
                <c:pt idx="2101">
                  <c:v>0.018334161</c:v>
                </c:pt>
                <c:pt idx="2102">
                  <c:v>0.02441322</c:v>
                </c:pt>
                <c:pt idx="2103">
                  <c:v>0.022683596</c:v>
                </c:pt>
                <c:pt idx="2104">
                  <c:v>0.015505703</c:v>
                </c:pt>
                <c:pt idx="2105">
                  <c:v>0.015505703</c:v>
                </c:pt>
                <c:pt idx="2106">
                  <c:v>0.015009694</c:v>
                </c:pt>
                <c:pt idx="2107">
                  <c:v>0.015009694</c:v>
                </c:pt>
                <c:pt idx="2108">
                  <c:v>0.018906824</c:v>
                </c:pt>
                <c:pt idx="2109">
                  <c:v>0.018906824</c:v>
                </c:pt>
                <c:pt idx="2110">
                  <c:v>0.019901056</c:v>
                </c:pt>
                <c:pt idx="2111">
                  <c:v>0.022104748</c:v>
                </c:pt>
                <c:pt idx="2112">
                  <c:v>0.018570364</c:v>
                </c:pt>
                <c:pt idx="2113">
                  <c:v>0.018570364</c:v>
                </c:pt>
                <c:pt idx="2114">
                  <c:v>0.019671226</c:v>
                </c:pt>
                <c:pt idx="2115">
                  <c:v>0.026445895</c:v>
                </c:pt>
                <c:pt idx="2116">
                  <c:v>0.026445895</c:v>
                </c:pt>
                <c:pt idx="2117">
                  <c:v>0.019361462</c:v>
                </c:pt>
                <c:pt idx="2118">
                  <c:v>0.014902582</c:v>
                </c:pt>
                <c:pt idx="2119">
                  <c:v>0.014902582</c:v>
                </c:pt>
                <c:pt idx="2120">
                  <c:v>0.0036660628</c:v>
                </c:pt>
                <c:pt idx="2121">
                  <c:v>0.017185573</c:v>
                </c:pt>
                <c:pt idx="2122">
                  <c:v>0.01775981</c:v>
                </c:pt>
                <c:pt idx="2123">
                  <c:v>0.024610741</c:v>
                </c:pt>
                <c:pt idx="2124">
                  <c:v>0.02656457</c:v>
                </c:pt>
                <c:pt idx="2125">
                  <c:v>0.02295954</c:v>
                </c:pt>
                <c:pt idx="2126">
                  <c:v>0.01664596</c:v>
                </c:pt>
                <c:pt idx="2127">
                  <c:v>0.01693111</c:v>
                </c:pt>
                <c:pt idx="2128">
                  <c:v>0.01693111</c:v>
                </c:pt>
                <c:pt idx="2129">
                  <c:v>0.01732901</c:v>
                </c:pt>
                <c:pt idx="2130">
                  <c:v>0.017862566</c:v>
                </c:pt>
                <c:pt idx="2131">
                  <c:v>0.015378011</c:v>
                </c:pt>
                <c:pt idx="2132">
                  <c:v>0.018160678</c:v>
                </c:pt>
                <c:pt idx="2133">
                  <c:v>0.017673181</c:v>
                </c:pt>
                <c:pt idx="2134">
                  <c:v>0.015720703</c:v>
                </c:pt>
                <c:pt idx="2135">
                  <c:v>0.017078359</c:v>
                </c:pt>
                <c:pt idx="2136">
                  <c:v>0.014702585</c:v>
                </c:pt>
                <c:pt idx="2137">
                  <c:v>0.015667368</c:v>
                </c:pt>
                <c:pt idx="2138">
                  <c:v>0.015276931</c:v>
                </c:pt>
                <c:pt idx="2139">
                  <c:v>0.018259164</c:v>
                </c:pt>
                <c:pt idx="2140">
                  <c:v>0.0164892</c:v>
                </c:pt>
                <c:pt idx="2141">
                  <c:v>0.0164892</c:v>
                </c:pt>
                <c:pt idx="2142">
                  <c:v>0.014719274</c:v>
                </c:pt>
                <c:pt idx="2143">
                  <c:v>0.016625097</c:v>
                </c:pt>
                <c:pt idx="2144">
                  <c:v>0.017170705</c:v>
                </c:pt>
                <c:pt idx="2145">
                  <c:v>0.017170705</c:v>
                </c:pt>
                <c:pt idx="2146">
                  <c:v>0.017299682</c:v>
                </c:pt>
                <c:pt idx="2147">
                  <c:v>0.017299682</c:v>
                </c:pt>
                <c:pt idx="2148">
                  <c:v>0.021226514</c:v>
                </c:pt>
                <c:pt idx="2149">
                  <c:v>0.017985381</c:v>
                </c:pt>
                <c:pt idx="2150">
                  <c:v>0.017985381</c:v>
                </c:pt>
                <c:pt idx="2151">
                  <c:v>0.016198792</c:v>
                </c:pt>
                <c:pt idx="2152">
                  <c:v>0.019867115</c:v>
                </c:pt>
                <c:pt idx="2153">
                  <c:v>0.019867115</c:v>
                </c:pt>
                <c:pt idx="2154">
                  <c:v>0.018083379</c:v>
                </c:pt>
                <c:pt idx="2155">
                  <c:v>0.017418662</c:v>
                </c:pt>
                <c:pt idx="2156">
                  <c:v>0.016652808</c:v>
                </c:pt>
                <c:pt idx="2157">
                  <c:v>0.016652808</c:v>
                </c:pt>
                <c:pt idx="2158">
                  <c:v>0.018687954</c:v>
                </c:pt>
                <c:pt idx="2159">
                  <c:v>0.018687954</c:v>
                </c:pt>
                <c:pt idx="2160">
                  <c:v>0.020081628</c:v>
                </c:pt>
                <c:pt idx="2161">
                  <c:v>0.017012015</c:v>
                </c:pt>
                <c:pt idx="2162">
                  <c:v>0.017133724</c:v>
                </c:pt>
                <c:pt idx="2163">
                  <c:v>0.017133724</c:v>
                </c:pt>
                <c:pt idx="2164">
                  <c:v>0.015479703</c:v>
                </c:pt>
                <c:pt idx="2165">
                  <c:v>0.016137056</c:v>
                </c:pt>
                <c:pt idx="2166">
                  <c:v>0.019723892</c:v>
                </c:pt>
                <c:pt idx="2167">
                  <c:v>0.015717246</c:v>
                </c:pt>
                <c:pt idx="2168">
                  <c:v>0.015382822</c:v>
                </c:pt>
                <c:pt idx="2169">
                  <c:v>0.0034294543</c:v>
                </c:pt>
                <c:pt idx="2170">
                  <c:v>0.0034294543</c:v>
                </c:pt>
                <c:pt idx="2171">
                  <c:v>0.010471263</c:v>
                </c:pt>
                <c:pt idx="2172">
                  <c:v>0.010214504</c:v>
                </c:pt>
                <c:pt idx="2173">
                  <c:v>0.002804265</c:v>
                </c:pt>
                <c:pt idx="2174">
                  <c:v>0.0029846528</c:v>
                </c:pt>
                <c:pt idx="2175">
                  <c:v>0.0029846528</c:v>
                </c:pt>
                <c:pt idx="2176">
                  <c:v>0.003467092</c:v>
                </c:pt>
                <c:pt idx="2177">
                  <c:v>0.003296654</c:v>
                </c:pt>
                <c:pt idx="2178">
                  <c:v>0.003296654</c:v>
                </c:pt>
                <c:pt idx="2179">
                  <c:v>0.0035416163</c:v>
                </c:pt>
                <c:pt idx="2180">
                  <c:v>0.003905384</c:v>
                </c:pt>
                <c:pt idx="2181">
                  <c:v>0.0018657416</c:v>
                </c:pt>
                <c:pt idx="2182">
                  <c:v>0.002068289</c:v>
                </c:pt>
              </c:numCache>
            </c:numRef>
          </c:yVal>
        </c:ser>
        <c:ser>
          <c:idx val="1"/>
          <c:order val="1"/>
          <c:tx>
            <c:v>1:1 reference</c:v>
          </c:tx>
          <c:spPr>
            <a:ln xmlns:a="http://schemas.openxmlformats.org/drawingml/2006/main" w="19050">
              <a:solidFill>
                <a:srgbClr val="BD5E1A"/>
              </a:solidFill>
            </a:ln>
          </c:spPr>
          <c:marker>
            <c:symbol val="none"/>
          </c:marker>
          <c:xVal>
            <c:numRef>
              <c:f>'Chart Data'!$C$2:$C$3</c:f>
              <c:numCache>
                <c:formatCode>General</c:formatCode>
                <c:ptCount val="2"/>
                <c:pt idx="0">
                  <c:v>0</c:v>
                </c:pt>
                <c:pt idx="1">
                  <c:v>0.065</c:v>
                </c:pt>
              </c:numCache>
            </c:numRef>
          </c:xVal>
          <c:yVal>
            <c:numRef>
              <c:f>'Chart Data'!$D$2:$D$3</c:f>
              <c:numCache>
                <c:formatCode>0.00</c:formatCode>
                <c:ptCount val="2"/>
                <c:pt idx="0">
                  <c:v>0</c:v>
                </c:pt>
                <c:pt idx="1">
                  <c:v>0.065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06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Local CI_cyano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</c:valAx>
      <c:valAx>
        <c:axId val="48650112"/>
        <c:scaling>
          <c:orientation val="minMax"/>
          <c:max val="0.06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lvetica Neue"/>
                    <a:ea typeface="Helvetica Neue"/>
                    <a:cs typeface="Helvetica Neue"/>
                  </a:rPr>
                  <a:t>NASA CI_cyano (existing decoder)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53D44-BA21-4760-A36C-4E2BFCA4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Lake Erie: where the NASA–local difference comes from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DEF09-9B07-4E37-A43D-893CE80F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14 August 2024 • Hylak_id 9 • Sentinel-3B scene a59e9caf…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0DA5D-98AB-467F-8385-9CE34381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55C66-B972-4B01-A342-FA33E64E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076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rPr>
              <a:t>Same lake. Different counting units.</a:t>
            </a:r>
          </a:p>
          <a:p xmlns:a="http://schemas.openxmlformats.org/drawingml/2006/main">
            <a:pPr>
              <a:def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rPr>
              <a:t>Different QA and value encoding.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AEB27-F249-4017-BEB8-EE6A4B6A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57625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9,354 NASA-only detections: 5,153 QA exclusions + 4,201 spectral-stage nondetections.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99F5E-8B47-4A1A-9851-B7A45FE8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2,221 local grid-cell detections represent 1,690 distinct native coordinates.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8DB9D-7875-416F-89FA-11EB4A8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slides separate measured discrepancies from causes that still need original scene/raster evidence.</a:t>
            </a:r>
          </a:p>
        </p:txBody>
      </p:sp>
    </p:spTree>
    <p:extLst>
      <p:ext uri="{BB962C8B-B14F-4D97-AF65-F5344CB8AC3E}">
        <p14:creationId xmlns:p14="http://schemas.microsoft.com/office/powerpoint/2010/main" val="817787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2FE53-AA5B-4683-A00A-5DE07A90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Erie CSV is linked to the supplied scene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8AC3B-D01A-4FDA-A805-3FD3C1E8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actual pairs file was found in Downloads; its counts match your first screenshot.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8C6CB-D1F8-4283-A9EE-653F43B5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3FD73-84F3-456B-9931-73C1A51A6D3F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7810500"/>
              </a:tblGrid>
              <a:tr h="579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identity / role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ALL_INDEX_STATS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5,229 lake records × 50 columns; Erie is Hylak_id 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Scene ID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a59e9caf-9ade-4115-affc-6a845651bd3d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Acquisition 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2024-08-14T15:37:11.380881Z • Sentinel-3B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Erie pairs CSV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286,772 NASA grid-cell rows × 23 columns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Second screenshot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Lake Superior example; its counts do not describe Erie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6017FA-110E-421A-99CE-A1EECE85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Same-scene filename is verified. Original NASA TIFF version and exact processing-run lineage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789208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44064-61ED-4360-91C6-B7FFC9C5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Match the record: scene and lake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361DD-9478-4B4F-9C9D-69BE9F8E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These 10 features identify the observation and lake; none is a cyanobacteria count.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81CD1-E12A-46B7-A46C-EEC6B78B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6ACDB-1184-4FBE-B8C1-A43CC7819CBA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191250"/>
                <a:gridCol w="4857750"/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Erie value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a59e9caf-9ade-4115-affc-6a845651bd3d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scene_name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S3B OLCI EFR • 20240814T153711 → 154011¹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acquisition_start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2024-08-14T15:37:11.380881Z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Hylak_id / Lake_name / Lake_area_km2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Erie / 25,767.79 km²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state_name / state_id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missing in the source 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latitude / longitude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42.904334 / −78.908084 • lake metadata point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CC468-A834-49BD-9B74-C05539FC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¹ Exact full product name is preserved in speaker notes and the feature mapping CSV. Lake metadata coordinates are not per-pixel coordinates.</a:t>
            </a:r>
          </a:p>
        </p:txBody>
      </p:sp>
    </p:spTree>
    <p:extLst>
      <p:ext uri="{BB962C8B-B14F-4D97-AF65-F5344CB8AC3E}">
        <p14:creationId xmlns:p14="http://schemas.microsoft.com/office/powerpoint/2010/main" val="1478779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75DE4-F276-4631-8407-2564C25E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Match the record: seven QA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8F1E1-4156-46D3-9610-B744558A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All numbers below count native observations from this scene.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E6DE7-26ED-480C-81CB-273CB29E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788C9-B05C-424C-A296-77F2D8768974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524000"/>
                <a:gridCol w="3619500"/>
              </a:tblGrid>
              <a:tr h="47029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native_lake_pixels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265,008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native lake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primary_retained_pixels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under primary QA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generic_flag_exclusion_sensitivity_pixels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231,727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under strict QA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bloom_rescued_pixels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1,323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Flagged pixels kept by rescue rule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CLDICE_pixels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33,281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 / ice flagged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cloud_excluded_pixels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31,958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Flagged and not rescued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bloom_rescue_fraction_of_CLDICE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0.03975241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1,323 / 33,281 = 3.9752%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D4C823-5A94-470D-BA45-1E31F807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265,008 = 233,050 + 31,958 • 33,281 = 31,958 + 1,323 • 233,050 = 231,727 + 1,323</a:t>
            </a:r>
          </a:p>
        </p:txBody>
      </p:sp>
    </p:spTree>
    <p:extLst>
      <p:ext uri="{BB962C8B-B14F-4D97-AF65-F5344CB8AC3E}">
        <p14:creationId xmlns:p14="http://schemas.microsoft.com/office/powerpoint/2010/main" val="566114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9F658-3307-4749-915A-7257CD11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native CI funnel explains the 1,721 detections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7383C-AD24-4A1A-9B08-34A829B0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Only 0.7385% of retained native pixels meet the final detection rule.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5CDED-F42C-4641-B656-69221A42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7B6F2-FA73-459A-89BB-B2ECBCFD613A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00750"/>
                <a:gridCol w="1714500"/>
                <a:gridCol w="3333750"/>
              </a:tblGrid>
              <a:tr h="690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/ stage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pixels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next filter removes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ci_input_valid_pixels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226,056 fail the CI candidate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ci_candidate_pixels = CI_valid_pixels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6,994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5,273 fail the final detection test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ci_cyano_detection_pixels</a:t>
                      </a:r>
                    </a:p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= CI_cyano_valid_pixels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detected subset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50C8B-028B-44E4-9D87-9D21F902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rPr>
              <a:t>SS(681) &lt; 0  →  CI = −SS(681)</a:t>
            </a:r>
          </a:p>
          <a:p xmlns:a="http://schemas.openxmlformats.org/drawingml/2006/main">
            <a:pPr>
              <a:def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D5E1A"/>
                </a:solidFill>
                <a:latin typeface="Helvetica Neue"/>
                <a:ea typeface="Helvetica Neue"/>
                <a:cs typeface="Helvetica Neue"/>
              </a:rPr>
              <a:t>Then SS(665) &gt; 0 and CI &gt; 0.0001</a:t>
            </a:r>
          </a:p>
        </p:txBody>
      </p:sp>
    </p:spTree>
    <p:extLst>
      <p:ext uri="{BB962C8B-B14F-4D97-AF65-F5344CB8AC3E}">
        <p14:creationId xmlns:p14="http://schemas.microsoft.com/office/powerpoint/2010/main" val="4367912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C4784-314D-4364-AA14-3EB2DAEB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CI and CI_cyano summarize different subsets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6C690-8CA6-4DB3-8BD1-F9CB6180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A higher CI_cyano mean is expected after selecting cyanobacteria detections.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83875-1C9F-42DD-9284-752EB6C7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81F6D-14D2-44D2-8058-771A704A665C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762375"/>
                <a:gridCol w="3762375"/>
              </a:tblGrid>
              <a:tr h="530679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Statistic suffix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CI_cyano_&lt;suffix&gt;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6,994 candidates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 detections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0.00533793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0.01886181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0.00108173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0.01789697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0.00013630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0.00278139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0.02045253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0.03575557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0.06051304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0.06051304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59FF3-7604-4868-BF80-9566D575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Each row maps to the exact prefixed column name. p10/p90 are percentiles of finite values in that subset, not detection rates.</a:t>
            </a:r>
          </a:p>
        </p:txBody>
      </p:sp>
    </p:spTree>
    <p:extLst>
      <p:ext uri="{BB962C8B-B14F-4D97-AF65-F5344CB8AC3E}">
        <p14:creationId xmlns:p14="http://schemas.microsoft.com/office/powerpoint/2010/main" val="251817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99EAA-6434-4D74-A8E6-56CF48CA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Other indices use all 233,050 retained pixels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3A637-77F0-4A6A-8871-63770D35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Their means cannot be interpreted as means of the cyanobacteria-only subset.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404C6-BDF7-4B79-8F4E-95BA7792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972CC-7118-4102-B152-D879C06C94A6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2762250"/>
                <a:gridCol w="2762250"/>
                <a:gridCol w="276225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Statistic suffix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NDCI_&lt;suffix&gt;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MPH_&lt;suffix&gt;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FAI_&lt;suffix&gt;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valid_pixels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233,050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-0.10301671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0.00032487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-0.00111702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-0.10593817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0.00000767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-0.00130498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-0.11874502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-0.00036254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-0.00280788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-0.09045651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0.00047180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-0.00004025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max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0.40540335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0.12878148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0.11860112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F8D723-9C20-4368-B7E2-2B739058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A negative lake-wide NDCI or FAI mean can coexist with positive CI_cyano in a small bloom subset. These indices measure different spectral features.</a:t>
            </a:r>
          </a:p>
        </p:txBody>
      </p:sp>
    </p:spTree>
    <p:extLst>
      <p:ext uri="{BB962C8B-B14F-4D97-AF65-F5344CB8AC3E}">
        <p14:creationId xmlns:p14="http://schemas.microsoft.com/office/powerpoint/2010/main" val="2890821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17234-B1FE-4CFD-89ED-0E8DDC4C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What the two spectral tests actually calculate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7D50B2-2FFA-4475-A303-93112217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SS means spectral shape: reflectance minus a straight-line spectral baseline.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9C908-CEA7-4DBF-9D53-EF4AA9E1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6B9DF-758A-4F9B-946E-38EEB39D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SS(681) = r681 − r665 − (r709 − r665) × 16/44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56489C-8381-4EFD-95E2-434BEB8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SS(665) = r665 − r620 − (r681 − r620) × 45/61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72928-C169-4D01-837C-451E1EDA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Negative SS(681) creates a CI candidate; CI = −SS(681).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9E163-173E-47B7-87D5-3539B7D1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Positive SS(665), sufficient CI and QA are also required for CI_cyano.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85A69F-98C5-4EF7-A286-1BD7107F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r is local rhos reflectance. Ratios use nominal wavelengths for explanation; code uses the actual wavelengths from the input product.</a:t>
            </a:r>
          </a:p>
        </p:txBody>
      </p:sp>
    </p:spTree>
    <p:extLst>
      <p:ext uri="{BB962C8B-B14F-4D97-AF65-F5344CB8AC3E}">
        <p14:creationId xmlns:p14="http://schemas.microsoft.com/office/powerpoint/2010/main" val="13999766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96732-EA2E-4D1E-90FC-C98B308A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How one NASA cell selects a local pixel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F4EE5-3E66-4709-A810-B43AAB38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Nearest native observation first; QA is evaluated after the spatial selection.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4C7D7-91E7-4FAE-984E-7A599426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997C6-B56C-4CE1-89F6-63F6DB6A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1. Take a NASA raster cell centre inside the selected lake polygon.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3C8D7-F28A-4F90-8A27-80E54783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2. Search all finite native coordinates in the same lake and scene.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0C495-6266-4893-B94F-CA6A01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86175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3. Choose the nearest point on the sphere; accept only within the distance limit.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B757B-695E-4111-9829-A495E6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14850"/>
            <a:ext cx="10953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4. Read that point’s QA and CI masks; require both detections for the paired plot.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746B1-898F-4838-A73A-C6386F4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screenshot states 450 m; accepted distances reach 449.668 m. No farther clear-pixel substitute, footprint-overlap weighting, or one-to-one assignment.</a:t>
            </a:r>
          </a:p>
        </p:txBody>
      </p:sp>
    </p:spTree>
    <p:extLst>
      <p:ext uri="{BB962C8B-B14F-4D97-AF65-F5344CB8AC3E}">
        <p14:creationId xmlns:p14="http://schemas.microsoft.com/office/powerpoint/2010/main" val="8705963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9FE60-C49C-4A42-A4AB-00ABB46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2,221 versus 1,721 count is reconcilable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1944A-98CC-4AEF-B625-9A6258B0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Grid rows repeat native coordinates; comparison to the summary assumes the same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1CDD1-353A-414F-BE46-EFCC1917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11093-B6C6-4394-BD9A-567A06447DA6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334125"/>
                <a:gridCol w="1428750"/>
                <a:gridCol w="3286125"/>
              </a:tblGrid>
              <a:tr h="5794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Unit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detected in the native 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selected detection coordinates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1,690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coordinates in pairs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Repeat assignments beyond the first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Additional NASA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detections in the pairs CSV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target rows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Native-summary minus selected coordinates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represented, if exports are identical-run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0519F-7C8F-48EB-8E1D-096262FD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1,690 + 531 = 2,221 • 1,721 − 31 + 531 = 2,221. The increase is sampling multiplicity, not 500 additional biological detections.</a:t>
            </a:r>
          </a:p>
        </p:txBody>
      </p:sp>
    </p:spTree>
    <p:extLst>
      <p:ext uri="{BB962C8B-B14F-4D97-AF65-F5344CB8AC3E}">
        <p14:creationId xmlns:p14="http://schemas.microsoft.com/office/powerpoint/2010/main" val="9652008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C83D4-ABF3-41EE-BC39-C259F5AE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Recomputed detection table matches the screenshot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2FC25-552D-4562-A1EC-D1B1139C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Detection flags alone do not distinguish valid nondetection from missing data.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17198-BB36-43BD-9B89-472CDB65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CE632-25DC-4B74-A79F-2B9BB6B66316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2571750"/>
                <a:gridCol w="2571750"/>
                <a:gridCol w="2571750"/>
              </a:tblGrid>
              <a:tr h="619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flag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detected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not detected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 total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9,354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11,537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detected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275,197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275,235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284,551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286,772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36962-BD75-4656-BACD-9C6D1FDC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012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18.92% of NASA-detected rows are also local detections.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FA67D-A7BC-45DB-BFA3-5806AC5B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98.29% of local-detected rows are also NASA detections.</a:t>
            </a:r>
          </a:p>
        </p:txBody>
      </p:sp>
    </p:spTree>
    <p:extLst>
      <p:ext uri="{BB962C8B-B14F-4D97-AF65-F5344CB8AC3E}">
        <p14:creationId xmlns:p14="http://schemas.microsoft.com/office/powerpoint/2010/main" val="1019569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4A10A-9FE7-466D-8583-68714CCB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Exactly where the 9,354 NASA-only rows stop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D486A-B8DA-45D4-B55E-2F7EEB5D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categories below are mutually exclusive and cover every NASA-only row.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52541-EE95-477C-B6AB-784D2180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8EF83F4-C763-41B5-8E79-75951A6FF661}"/>
              </a:ext>
            </a:extLst>
          </p:cNvPr>
          <p:cNvGraphicFramePr/>
          <p:nvPr/>
        </p:nvGraphicFramePr>
        <p:xfrm>
          <a:off xmlns:a="http://schemas.openxmlformats.org/drawingml/2006/main" x="523875" y="2000250"/>
          <a:ext xmlns:a="http://schemas.openxmlformats.org/drawingml/2006/main" cx="76200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c232258f89419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2B8D1-9B99-4862-AD80-31C9C97F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38.35% final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A5DDF-4EC9-4C6C-AA7A-1F32D6D4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38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6.56% candidate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5BB0B-F8ED-437D-9D89-84E5514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55.09% QA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494788-C11A-4E75-8E46-50623A3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Zero fail matching; zero fail finite CI input after QA. The final-gate group cannot be split into SS(665) vs CI threshold without spectral inputs.</a:t>
            </a:r>
          </a:p>
        </p:txBody>
      </p:sp>
    </p:spTree>
    <p:extLst>
      <p:ext uri="{BB962C8B-B14F-4D97-AF65-F5344CB8AC3E}">
        <p14:creationId xmlns:p14="http://schemas.microsoft.com/office/powerpoint/2010/main" val="1838464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6B4D0-915B-429C-BA97-E048AE40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Bloom rescue strongly affects the paired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3B77C-2781-4E23-9854-341BEF0B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paired set depends on your QA policy.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02CBE-DB22-42E8-9A90-49EB42DF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77CB7-AF12-407B-8BBF-5886046FA0B5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2667000"/>
                <a:gridCol w="2667000"/>
              </a:tblGrid>
              <a:tr h="54768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Pairs-CSV measure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QA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Strict QA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QA-valid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251,718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250,013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detection target rows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2,221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516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detected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2,183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9D329-C38C-4F38-92A9-A77BD5AD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1,670 of 2,183 paired rows (76.50%) select bloom-rescued pixels.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C92E3-0098-4409-8326-138CD40CC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All 5,153 QA-rejected NASA-only rows select unrescued CLDICE pixels.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560C0-6E34-4706-893F-F517442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“Rescued” means retained by a spectral rule. It is not independent proof that the cloud flag was wrong.</a:t>
            </a:r>
          </a:p>
        </p:txBody>
      </p:sp>
    </p:spTree>
    <p:extLst>
      <p:ext uri="{BB962C8B-B14F-4D97-AF65-F5344CB8AC3E}">
        <p14:creationId xmlns:p14="http://schemas.microsoft.com/office/powerpoint/2010/main" val="948077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9DDE9-0D9B-412B-88B8-693B4A3F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High correlation coexists with a value offset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B0E7C-76A4-4A48-A1E0-FCC4582A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2,183 paired NASA grid rows; both CI_cyano values exceed 0.0001.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3A9B5-DD95-48C8-B371-D6E0FFBF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B08A8EB-D01D-466A-B279-E929BA24A4BE}"/>
              </a:ext>
            </a:extLst>
          </p:cNvPr>
          <p:cNvGraphicFramePr/>
          <p:nvPr/>
        </p:nvGraphicFramePr>
        <p:xfrm>
          <a:off xmlns:a="http://schemas.openxmlformats.org/drawingml/2006/main" x="571500" y="1981200"/>
          <a:ext xmlns:a="http://schemas.openxmlformats.org/drawingml/2006/main" cx="7429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e692d68b104b7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FBD6-525A-4CB1-A6D1-732D91B8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 = 0.9690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EC467-E466-4E54-A136-69D06C30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NASA mean 0.02315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Local mean 0.01846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765F5-16EF-44C4-8D1C-8E8865BC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33875"/>
            <a:ext cx="323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Bias = −0.00469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(local − NASA)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4244D-F2DD-414D-9B0F-CAD8177D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Orange line is 1:1. High correlation shows covariation; it does not demonstrate equal values or agreement on bloom extent.</a:t>
            </a:r>
          </a:p>
        </p:txBody>
      </p:sp>
    </p:spTree>
    <p:extLst>
      <p:ext uri="{BB962C8B-B14F-4D97-AF65-F5344CB8AC3E}">
        <p14:creationId xmlns:p14="http://schemas.microsoft.com/office/powerpoint/2010/main" val="9065041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3C215-B528-402A-9EE4-ED566AF8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DN decoding changes the magnitude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149DA-D181-49B2-B303-FAB4D74D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Sensitivity test on the same 2,183 rows isolates the decoding effect.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47D81-8DF8-471A-8308-E7E7FA29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36901-B642-4425-B37E-6F0AC8675982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48000"/>
                <a:gridCol w="3048000"/>
              </a:tblGrid>
              <a:tr h="51707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decoder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formula scenario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mean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0.02314950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0.02061362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mean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0.01845999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0.01845999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Bias: local − NASA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−0.00468952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−0.00215363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0.00490739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0.00274560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0.00629129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0.00381251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707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Pearson r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0.969012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0.969230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2D1D9-2AC5-4FE8-B28C-F420408A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RMSE falls 39.4%; about 54.1% of the mean offset is removed. This supports a decoder contribution, conditional on the TIFF being Version 6.</a:t>
            </a:r>
          </a:p>
        </p:txBody>
      </p:sp>
    </p:spTree>
    <p:extLst>
      <p:ext uri="{BB962C8B-B14F-4D97-AF65-F5344CB8AC3E}">
        <p14:creationId xmlns:p14="http://schemas.microsoft.com/office/powerpoint/2010/main" val="20167371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EEB0B-13E7-4F0E-A08A-F23638E6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decoder also changes detection membership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77A3A-4A93-4921-8004-C61E5337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Existing code: 10^(0.012 × DN − 4.2), accepting DN 0–250.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6A327F-AF73-403F-9A6E-D2E45751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35758-226E-42E0-9A2A-F361FE43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6683"/>
                </a:solidFill>
                <a:latin typeface="Helvetica Neue"/>
                <a:ea typeface="Helvetica Neue"/>
                <a:cs typeface="Helvetica Neue"/>
              </a:rPr>
              <a:t>NASA V6: 10^(0.011714 × DN − 4.1870866)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7B916-E976-4F8D-A754-B64C2ABA99B0}"/>
              </a:ext>
            </a:extLst>
          </p:cNvPr>
          <p:cNvGraphicFramePr/>
          <p:nvPr/>
        </p:nvGraphicFramePr>
        <p:xfrm>
          <a:off xmlns:a="http://schemas.openxmlformats.org/drawingml/2006/main" x="571500" y="2809875"/>
          <a:ext xmlns:a="http://schemas.openxmlformats.org/drawingml/2006/main" cx="11049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6286500"/>
              </a:tblGrid>
              <a:tr h="523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Issue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consequence in this Erie file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DN 1–253 are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 local detections at DN 251–253 were excluded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DN 0 / 254 / 255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Below threshold / land / no data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DN 18 crosses CI &gt; 0.0001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additional NASA-only detections in the V6 scenario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V6 scenario totals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11,557 NASA detections; 2,198 paired; 23 local-only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F66A1-E4DA-46BA-BEF9-857923FE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NASA-only becomes 9,359. Verify the TIFF processing version before changing the production decoder. These are recomputed scenarios, not a rerun of NASA processing.</a:t>
            </a:r>
          </a:p>
        </p:txBody>
      </p:sp>
    </p:spTree>
    <p:extLst>
      <p:ext uri="{BB962C8B-B14F-4D97-AF65-F5344CB8AC3E}">
        <p14:creationId xmlns:p14="http://schemas.microsoft.com/office/powerpoint/2010/main" val="14357441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D5B561-37EE-43A7-9592-BAB607F4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A “cell” can mean three different things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6199B-1FE3-4DDC-A001-D61934E3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Separate spatial counts, index values, and estimated biological cell density.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3EBF6F-B3BD-4595-8BC3-4D6B8457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0BD70E-475E-4F76-B528-CDE251A52F75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4381500"/>
                <a:gridCol w="3524250"/>
              </a:tblGrid>
              <a:tr h="65484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Erie example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Detected pixels / grid cells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Number of spatial observations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1,721 native; 2,221 target rows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Spectral index magnitude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Native detected mean = 0.01886181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Estimated cells/mL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Empirical CI_cyano × 100,000,000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Illustrative mean ≈ 1,886,181 cells/mL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91500-3269-468A-B447-08A682E9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CSV stores CI values and pixel counts, not measured organism counts.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83EB5-EA42-4CF6-A2BA-DDE702D1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illustrative mean applies only to the detected native subset—not the whole lake.</a:t>
            </a:r>
          </a:p>
        </p:txBody>
      </p:sp>
    </p:spTree>
    <p:extLst>
      <p:ext uri="{BB962C8B-B14F-4D97-AF65-F5344CB8AC3E}">
        <p14:creationId xmlns:p14="http://schemas.microsoft.com/office/powerpoint/2010/main" val="7781199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3631C-A671-4F9D-86B6-1A9BAB55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A worked match: nearby pixels, different values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2CE73-3FCE-48C3-9CE4-2264453D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Source CSV row 117,875 (header counted as row 1).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78337-B477-4475-A720-4BAB4EDB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E56A0-AA44-4903-9A3A-4D821D0715CA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76875"/>
                <a:gridCol w="5572125"/>
              </a:tblGrid>
              <a:tr h="51026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centre (latitude, longitude)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42.15222020, −80.10680701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native centre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42.15089035, −80.10701752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local_match_distance_m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148.8878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obpg_raw_dn → obpg_CI_cyano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172 → 0.00731139 (existing decoder)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local_CI_cyano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0.00577824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026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result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detected; local − NASA = −0.00153315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73E1F-9D8F-41A4-ADEC-F8979036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Distance verification across all 286,757 matched rows agrees within 2.7 × 10⁻⁹ m. This verifies the exported distances, not nearestness against an unavailable full native archive.</a:t>
            </a:r>
          </a:p>
        </p:txBody>
      </p:sp>
    </p:spTree>
    <p:extLst>
      <p:ext uri="{BB962C8B-B14F-4D97-AF65-F5344CB8AC3E}">
        <p14:creationId xmlns:p14="http://schemas.microsoft.com/office/powerpoint/2010/main" val="6981167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9875B-D77F-4890-BE02-B5CC1EDC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Check concrete rows at each failure stage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8FFD1-884A-4DB0-ADD1-1F32DC84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These rows demonstrate why a spatial match is not a detection match.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CA5AF-3B9E-477A-B4AC-733BF4E1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B5153-3666-44F8-8D9F-F433FDC08788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714500"/>
                <a:gridCol w="1905000"/>
                <a:gridCol w="476250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CSV row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DN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stopping point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38,623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174.33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CLDICE; selected QA fails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39,237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165.53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QA passes; not a CI candidate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42,069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100.06 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Candidate; final detection fails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117,874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254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133.07 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detected; NASA classified as land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1D1FB6-1968-478E-99C1-C262E1F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Full coordinates, flags and CI values are in Erie_worked_examples.csv. A missing local CI value is not automatically a zero concentration.</a:t>
            </a:r>
          </a:p>
        </p:txBody>
      </p:sp>
    </p:spTree>
    <p:extLst>
      <p:ext uri="{BB962C8B-B14F-4D97-AF65-F5344CB8AC3E}">
        <p14:creationId xmlns:p14="http://schemas.microsoft.com/office/powerpoint/2010/main" val="14943658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3DCC6-FAD9-4F0C-B381-00A81EA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38 local-only rows are not one failure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40DAF-A07E-4CEB-AAB5-49EDCD7E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NASA DN categories explain the exported flag disagreement.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42B32F-5905-4E84-A6F6-9F3CC5BE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FC281-F0B3-4E7A-9669-81D1F5740E57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1905000"/>
                <a:gridCol w="6000750"/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DN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 under V6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Below NASA detection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251 / 252 / 253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/ 6 / 6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 rejected by the existing local decoder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land mask differs from local lake 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255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no-data classification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35 of these rows select bloom-rescued pixels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0CE62-6640-4A55-BE28-F65A836A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DN 255 does not identify the exact missing-data cause. Do not label all such rows “cloud,” or all local-only detections “false positives.”</a:t>
            </a:r>
          </a:p>
        </p:txBody>
      </p:sp>
    </p:spTree>
    <p:extLst>
      <p:ext uri="{BB962C8B-B14F-4D97-AF65-F5344CB8AC3E}">
        <p14:creationId xmlns:p14="http://schemas.microsoft.com/office/powerpoint/2010/main" val="10380532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2E902B-4281-48E9-BA7D-3EC1C326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What is proven—and what is still unresolved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18529-E465-4C8C-9649-B140339F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Different products can disagree without either one being a ground-truth measurement.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AF143-28B3-48F2-A114-42B01467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A5690-E665-4919-B10F-EBA980263C44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762750"/>
              </a:tblGrid>
              <a:tr h="555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Factor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status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Many-to-one spatial assignment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Measured: 2,221 target detections → 1,690 coordinates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QA and spectral gates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Measured: 5,153 + 614 + 3,587 NASA-only rows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DN conversion and range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sensitivity; source TIFF version unverified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 timing and mapping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daily merged maximum / area-weighted grid; local single scene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Upstream spectral processing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Possible residual cause; matched reflectances and run metadata needed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72C39-68D4-464A-BAB0-4DAD2561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first two rows explain count semantics and filter outcomes. They do not prove why the underlying reflectances or cloud tests disagree.</a:t>
            </a:r>
          </a:p>
        </p:txBody>
      </p:sp>
    </p:spTree>
    <p:extLst>
      <p:ext uri="{BB962C8B-B14F-4D97-AF65-F5344CB8AC3E}">
        <p14:creationId xmlns:p14="http://schemas.microsoft.com/office/powerpoint/2010/main" val="20838180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4D0E9E-A33A-4D2F-8FC0-90ADD0C65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How to interpret the correlation fairly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AE524-1924-4AD8-8F0A-53111242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2,183 paired rows reuse only 1,662 native coordinates.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3D713-7F81-4B23-8334-8BB20E5F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01F9A-86B4-4115-B8C1-A0E35219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paired plot excludes 9,354 NASA-only rows and 38 local-only rows.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B0EBC-B550-4373-8BD4-D12C309A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Repeated native selections weight some observations more than others.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6CCAA-B779-476C-9515-136AEA65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9525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paired mean (0.01845999) differs from the native detected mean (0.01886181) because the support and weights differ.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27149-2298-4324-A037-57B103A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05350"/>
            <a:ext cx="1095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For validation, report coverage, detection disagreement and value error separately.</a:t>
            </a:r>
          </a:p>
        </p:txBody>
      </p:sp>
    </p:spTree>
    <p:extLst>
      <p:ext uri="{BB962C8B-B14F-4D97-AF65-F5344CB8AC3E}">
        <p14:creationId xmlns:p14="http://schemas.microsoft.com/office/powerpoint/2010/main" val="59011450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8133F-727A-48CD-B882-CAED49E2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Corrections to carry into your diagrams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D4B3C-E2E5-40E6-8240-A6AA6A13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previous comparison method is useful; lake-specific findings must be recomputed.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88436-5DE6-4EAE-9315-50742749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2881A-542D-4E53-8E47-53C9145E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Replace the Lake Superior example in image 2 with the verified Erie funnel.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EBA8F-A394-4DB2-A481-D042D0CA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“Before selected QA” already includes upstream primary QA; it is not an unfiltered spectral detection.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8FC02-FC51-4119-822C-61791865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“Strict” checks selected flags—not every possible quality flag.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0FE46-A364-408F-A128-220AA0B2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34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Use “retained by bloom rule,” rather than claiming cloud misclassification was proven.</a:t>
            </a:r>
          </a:p>
        </p:txBody>
      </p:sp>
    </p:spTree>
    <p:extLst>
      <p:ext uri="{BB962C8B-B14F-4D97-AF65-F5344CB8AC3E}">
        <p14:creationId xmlns:p14="http://schemas.microsoft.com/office/powerpoint/2010/main" val="182568970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77EE8-A28E-409F-B705-7A1D4275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Pairs features: NASA and spatial matching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3A6ED-23A3-4B80-9FF8-7096C958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One pairs row is a NASA target cell, not a unique native observation.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78F72-18CE-41E3-A2E4-198A11EA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DB286-45D3-4BCD-B4EF-F2289BE08D24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762750"/>
                <a:gridCol w="4286250"/>
              </a:tblGrid>
              <a:tr h="470297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feature name(s)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latitude / longitude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cell centre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obpg_raw_dn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Encoded NASA raster value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obpg_science_valid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Existing decoder validity, not an independent QA truth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CI decoded from DN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obpg_detected_gt_0_0001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NASA valid and CI &gt; 0.0001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local_match_found / local_match_distance_m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Accepted nearest match / spherical distance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70297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nearest_native_latitude / nearest_native_longitude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Coordinates of selected native observation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7085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5FE7C-5844-4E31-9D9C-0137403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Pairs features: QA and local CI stages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2AE9B-374C-4A08-9A46-A140FAA0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False flags on an unmatched row are defaults, not observed negative measurements.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D0272-DC71-4E50-A57C-26F2B561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B6B86-AD6B-49B1-8C80-6180E62A6613}"/>
              </a:ext>
            </a:extLst>
          </p:cNvPr>
          <p:cNvGraphicFramePr/>
          <p:nvPr/>
        </p:nvGraphicFramePr>
        <p:xfrm>
          <a:off xmlns:a="http://schemas.openxmlformats.org/drawingml/2006/main" x="571500" y="2047875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91375"/>
                <a:gridCol w="3857625"/>
              </a:tblGrid>
              <a:tr h="404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Exact feature name(s)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Interpretation</a:t>
                      </a:r>
                    </a:p>
                  </a:txBody>
                  <a:tcPr marL="91440" marR="91440" marT="45720" marB="45720">
                    <a:solidFill>
                      <a:srgbClr val="172D3B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nearest_CLDICE / nearest_HISATZEN / nearest_NAVFAIL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flags at accepted 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nearest_bloom_rescued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Retained through bloom rescue rule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nearest_generic_strict_valid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strict QA selector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nearest_primary_bloom_aware_valid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primary QA selector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nearest_selected_QA_valid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Selector chosen for comparison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local_ci_input_valid / local_ci_candidate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Finite QA input / candidate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local_ci_detection_before_selected_QA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Stored primary-QA detection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local_ci_cyano_detected / local_CI_cyano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detection / stored CI</a:t>
                      </a:r>
                    </a:p>
                  </a:txBody>
                  <a:tcPr marL="91440" marR="91440" marT="45720" marB="45720">
                    <a:solidFill>
                      <a:srgbClr val="EDF3F6"/>
                    </a:solidFill>
                  </a:tcPr>
                </a:tc>
              </a:tr>
              <a:tr h="404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paired_above_0_0001_for_correlation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D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Both sides valid and above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3663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5E14E-200E-476C-8090-F0DBF7B6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 next test should isolate one cause at a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A18AC-D3A4-4D02-9435-6E1044B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Think about the observation you want to compare before altering the algorithm.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F83A5-AF48-482A-A990-18E5B3D1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BE1A8-07CB-4376-9F71-D40B3772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First: verify the NASA TIFF version, daily product and original scene/run metadata.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B4FF8-B725-4E20-9D62-1F2F4B8F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813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Then: recover SS(665), SS(681), CI and flags for the 3,587 candidate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C922B-076C-4C23-8654-FA2A4A6D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Next: compare matching temporal support and spatial support; retain a unique-native sensitivity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4A35C-3D73-411B-A195-BAADFBBF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Question to discuss: do you want agreement with NASA’s daily product, or equivalence for one overpass?</a:t>
            </a:r>
          </a:p>
        </p:txBody>
      </p:sp>
    </p:spTree>
    <p:extLst>
      <p:ext uri="{BB962C8B-B14F-4D97-AF65-F5344CB8AC3E}">
        <p14:creationId xmlns:p14="http://schemas.microsoft.com/office/powerpoint/2010/main" val="52373074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CD8DC8-2E03-4302-9682-36BAEE4B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"/>
            <a:ext cx="1112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Evidence and reproducible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F97E7-5DB5-448C-AD08-6EF8C6EC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049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The deck preserves exact feature names; values are rounded only for display.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CF692-CF94-436B-997D-D478A69E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674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32117-B535-4380-AE1F-54B2206B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Erie_feature_value_mapping.csv — all 50 features in original column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A6331-1E32-4E34-8F50-9B0B5CF5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Erie_pairs_audited.csv — every original row and column, plus reason and CSV row number.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DD85F-DD0A-4D2C-8BF0-34E809F6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3857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Erie_audit_summary.json — counts, metrics, source paths and SHA-256 hashes.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FAD01-54F3-4C9E-AFF6-93CE16BE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D3B"/>
                </a:solidFill>
                <a:latin typeface="Helvetica Neue"/>
                <a:ea typeface="Helvetica Neue"/>
                <a:cs typeface="Helvetica Neue"/>
              </a:rPr>
              <a:t>Erie_worked_examples.csv — inspect actual flags and coordinates behind the explanations.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44F1DD-713C-41AD-84FA-000217AE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29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574"/>
                </a:solidFill>
                <a:latin typeface="Helvetica Neue"/>
                <a:ea typeface="Helvetica Neue"/>
                <a:cs typeface="Helvetica Neue"/>
              </a:rPr>
              <a:t>Scientific references and code locations are in slide notes. No production code was changed and no NASA/local reprocessing was performed.</a:t>
            </a:r>
          </a:p>
        </p:txBody>
      </p:sp>
    </p:spTree>
    <p:extLst>
      <p:ext uri="{BB962C8B-B14F-4D97-AF65-F5344CB8AC3E}">
        <p14:creationId xmlns:p14="http://schemas.microsoft.com/office/powerpoint/2010/main" val="322791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2026-10-08T16:39:41.8440000Z</dcterms:created>
  <dcterms:modified xsi:type="dcterms:W3CDTF">2026-10-08T16:39:41.8440000Z</dcterms:modified>
</coreProperties>
</file>